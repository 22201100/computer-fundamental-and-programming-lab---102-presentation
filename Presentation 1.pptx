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4"/>
  </p:notesMasterIdLst>
  <p:sldIdLst>
    <p:sldId id="256" r:id="rId2"/>
    <p:sldId id="257" r:id="rId3"/>
    <p:sldId id="268" r:id="rId4"/>
    <p:sldId id="259" r:id="rId5"/>
    <p:sldId id="260" r:id="rId6"/>
    <p:sldId id="258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zmul Hossain" initials="NH" lastIdx="1" clrIdx="0">
    <p:extLst>
      <p:ext uri="{19B8F6BF-5375-455C-9EA6-DF929625EA0E}">
        <p15:presenceInfo xmlns:p15="http://schemas.microsoft.com/office/powerpoint/2012/main" userId="1e46773c68c5a22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24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90" autoAdjust="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mul Hossain" userId="1e46773c68c5a226" providerId="LiveId" clId="{A111BC62-1912-4C5A-A1A6-3D743FEDF18D}"/>
    <pc:docChg chg="undo redo custSel addSld delSld modSld sldOrd">
      <pc:chgData name="Nazmul Hossain" userId="1e46773c68c5a226" providerId="LiveId" clId="{A111BC62-1912-4C5A-A1A6-3D743FEDF18D}" dt="2023-02-04T20:27:01.625" v="2226"/>
      <pc:docMkLst>
        <pc:docMk/>
      </pc:docMkLst>
      <pc:sldChg chg="addSp delSp modSp new mod modTransition setBg modAnim">
        <pc:chgData name="Nazmul Hossain" userId="1e46773c68c5a226" providerId="LiveId" clId="{A111BC62-1912-4C5A-A1A6-3D743FEDF18D}" dt="2023-02-04T20:16:20.217" v="2168"/>
        <pc:sldMkLst>
          <pc:docMk/>
          <pc:sldMk cId="275231915" sldId="256"/>
        </pc:sldMkLst>
        <pc:spChg chg="mod">
          <ac:chgData name="Nazmul Hossain" userId="1e46773c68c5a226" providerId="LiveId" clId="{A111BC62-1912-4C5A-A1A6-3D743FEDF18D}" dt="2023-02-04T20:16:09.309" v="2167" actId="122"/>
          <ac:spMkLst>
            <pc:docMk/>
            <pc:sldMk cId="275231915" sldId="256"/>
            <ac:spMk id="2" creationId="{D3A4A1CB-423E-493A-8221-F80F7341AD8F}"/>
          </ac:spMkLst>
        </pc:spChg>
        <pc:spChg chg="del mod">
          <ac:chgData name="Nazmul Hossain" userId="1e46773c68c5a226" providerId="LiveId" clId="{A111BC62-1912-4C5A-A1A6-3D743FEDF18D}" dt="2023-02-04T20:15:30.921" v="2164" actId="478"/>
          <ac:spMkLst>
            <pc:docMk/>
            <pc:sldMk cId="275231915" sldId="256"/>
            <ac:spMk id="3" creationId="{BE7FC13A-4596-4BCC-AECF-E38D271DD2F6}"/>
          </ac:spMkLst>
        </pc:spChg>
        <pc:cxnChg chg="add mod">
          <ac:chgData name="Nazmul Hossain" userId="1e46773c68c5a226" providerId="LiveId" clId="{A111BC62-1912-4C5A-A1A6-3D743FEDF18D}" dt="2023-02-04T14:57:25.364" v="1050" actId="692"/>
          <ac:cxnSpMkLst>
            <pc:docMk/>
            <pc:sldMk cId="275231915" sldId="256"/>
            <ac:cxnSpMk id="5" creationId="{C4B68F9E-7D37-4345-B5DE-20A06BD7211D}"/>
          </ac:cxnSpMkLst>
        </pc:cxnChg>
      </pc:sldChg>
      <pc:sldChg chg="new add del modTransition">
        <pc:chgData name="Nazmul Hossain" userId="1e46773c68c5a226" providerId="LiveId" clId="{A111BC62-1912-4C5A-A1A6-3D743FEDF18D}" dt="2023-02-04T10:42:05.007" v="41" actId="680"/>
        <pc:sldMkLst>
          <pc:docMk/>
          <pc:sldMk cId="29877558" sldId="257"/>
        </pc:sldMkLst>
      </pc:sldChg>
      <pc:sldChg chg="addSp delSp modSp new mod modTransition modAnim">
        <pc:chgData name="Nazmul Hossain" userId="1e46773c68c5a226" providerId="LiveId" clId="{A111BC62-1912-4C5A-A1A6-3D743FEDF18D}" dt="2023-02-04T20:16:31.530" v="2169"/>
        <pc:sldMkLst>
          <pc:docMk/>
          <pc:sldMk cId="2451274558" sldId="257"/>
        </pc:sldMkLst>
        <pc:spChg chg="add del">
          <ac:chgData name="Nazmul Hossain" userId="1e46773c68c5a226" providerId="LiveId" clId="{A111BC62-1912-4C5A-A1A6-3D743FEDF18D}" dt="2023-02-04T10:43:48.331" v="50" actId="22"/>
          <ac:spMkLst>
            <pc:docMk/>
            <pc:sldMk cId="2451274558" sldId="257"/>
            <ac:spMk id="3" creationId="{2E873C18-9AD0-4303-BD75-771E79883650}"/>
          </ac:spMkLst>
        </pc:spChg>
        <pc:spChg chg="add del mod">
          <ac:chgData name="Nazmul Hossain" userId="1e46773c68c5a226" providerId="LiveId" clId="{A111BC62-1912-4C5A-A1A6-3D743FEDF18D}" dt="2023-02-04T10:45:40.710" v="66" actId="478"/>
          <ac:spMkLst>
            <pc:docMk/>
            <pc:sldMk cId="2451274558" sldId="257"/>
            <ac:spMk id="5" creationId="{B9959CA1-FCF7-44BF-919F-CA2E36B626B6}"/>
          </ac:spMkLst>
        </pc:spChg>
        <pc:spChg chg="add del mod">
          <ac:chgData name="Nazmul Hossain" userId="1e46773c68c5a226" providerId="LiveId" clId="{A111BC62-1912-4C5A-A1A6-3D743FEDF18D}" dt="2023-02-04T10:45:42.032" v="67" actId="478"/>
          <ac:spMkLst>
            <pc:docMk/>
            <pc:sldMk cId="2451274558" sldId="257"/>
            <ac:spMk id="6" creationId="{0753FCE8-4EDF-439E-9B59-4C68B1E81310}"/>
          </ac:spMkLst>
        </pc:spChg>
        <pc:spChg chg="add mod">
          <ac:chgData name="Nazmul Hossain" userId="1e46773c68c5a226" providerId="LiveId" clId="{A111BC62-1912-4C5A-A1A6-3D743FEDF18D}" dt="2023-02-04T11:02:53.213" v="238" actId="1076"/>
          <ac:spMkLst>
            <pc:docMk/>
            <pc:sldMk cId="2451274558" sldId="257"/>
            <ac:spMk id="12" creationId="{7AC702BC-2A42-4B6A-AA46-7E1CEA507B52}"/>
          </ac:spMkLst>
        </pc:spChg>
        <pc:spChg chg="add del mod">
          <ac:chgData name="Nazmul Hossain" userId="1e46773c68c5a226" providerId="LiveId" clId="{A111BC62-1912-4C5A-A1A6-3D743FEDF18D}" dt="2023-02-04T11:02:54.380" v="241" actId="11529"/>
          <ac:spMkLst>
            <pc:docMk/>
            <pc:sldMk cId="2451274558" sldId="257"/>
            <ac:spMk id="13" creationId="{C813BE88-2CB3-459F-8776-D4273D5DC11E}"/>
          </ac:spMkLst>
        </pc:spChg>
        <pc:graphicFrameChg chg="add del mod">
          <ac:chgData name="Nazmul Hossain" userId="1e46773c68c5a226" providerId="LiveId" clId="{A111BC62-1912-4C5A-A1A6-3D743FEDF18D}" dt="2023-02-04T10:45:38.339" v="63" actId="12084"/>
          <ac:graphicFrameMkLst>
            <pc:docMk/>
            <pc:sldMk cId="2451274558" sldId="257"/>
            <ac:graphicFrameMk id="7" creationId="{AD77E96A-94F3-43C3-A755-E6DA95927E59}"/>
          </ac:graphicFrameMkLst>
        </pc:graphicFrameChg>
        <pc:graphicFrameChg chg="add del mod modGraphic">
          <ac:chgData name="Nazmul Hossain" userId="1e46773c68c5a226" providerId="LiveId" clId="{A111BC62-1912-4C5A-A1A6-3D743FEDF18D}" dt="2023-02-04T10:47:59.295" v="73" actId="1032"/>
          <ac:graphicFrameMkLst>
            <pc:docMk/>
            <pc:sldMk cId="2451274558" sldId="257"/>
            <ac:graphicFrameMk id="8" creationId="{1E64C4FA-DC9E-4957-9417-80E17A9D33B6}"/>
          </ac:graphicFrameMkLst>
        </pc:graphicFrameChg>
        <pc:graphicFrameChg chg="add del modGraphic">
          <ac:chgData name="Nazmul Hossain" userId="1e46773c68c5a226" providerId="LiveId" clId="{A111BC62-1912-4C5A-A1A6-3D743FEDF18D}" dt="2023-02-04T10:48:16.688" v="75" actId="1032"/>
          <ac:graphicFrameMkLst>
            <pc:docMk/>
            <pc:sldMk cId="2451274558" sldId="257"/>
            <ac:graphicFrameMk id="9" creationId="{76FD16EC-1EB5-4EA4-91FF-8AAAFE78C8B1}"/>
          </ac:graphicFrameMkLst>
        </pc:graphicFrameChg>
        <pc:graphicFrameChg chg="add del modGraphic">
          <ac:chgData name="Nazmul Hossain" userId="1e46773c68c5a226" providerId="LiveId" clId="{A111BC62-1912-4C5A-A1A6-3D743FEDF18D}" dt="2023-02-04T10:48:58.119" v="77" actId="1032"/>
          <ac:graphicFrameMkLst>
            <pc:docMk/>
            <pc:sldMk cId="2451274558" sldId="257"/>
            <ac:graphicFrameMk id="10" creationId="{B29137FF-B459-4CB6-BEBF-B54780468FFF}"/>
          </ac:graphicFrameMkLst>
        </pc:graphicFrameChg>
        <pc:graphicFrameChg chg="add mod modGraphic">
          <ac:chgData name="Nazmul Hossain" userId="1e46773c68c5a226" providerId="LiveId" clId="{A111BC62-1912-4C5A-A1A6-3D743FEDF18D}" dt="2023-02-04T20:07:51.558" v="2118"/>
          <ac:graphicFrameMkLst>
            <pc:docMk/>
            <pc:sldMk cId="2451274558" sldId="257"/>
            <ac:graphicFrameMk id="11" creationId="{7D7322A5-8477-499A-866A-EC6F1C7A89FF}"/>
          </ac:graphicFrameMkLst>
        </pc:graphicFrameChg>
      </pc:sldChg>
      <pc:sldChg chg="addSp delSp modSp new mod ord modTransition setBg modAnim">
        <pc:chgData name="Nazmul Hossain" userId="1e46773c68c5a226" providerId="LiveId" clId="{A111BC62-1912-4C5A-A1A6-3D743FEDF18D}" dt="2023-02-04T20:20:36.540" v="2201" actId="20577"/>
        <pc:sldMkLst>
          <pc:docMk/>
          <pc:sldMk cId="2674423541" sldId="258"/>
        </pc:sldMkLst>
        <pc:spChg chg="add del mod">
          <ac:chgData name="Nazmul Hossain" userId="1e46773c68c5a226" providerId="LiveId" clId="{A111BC62-1912-4C5A-A1A6-3D743FEDF18D}" dt="2023-02-04T11:13:39.498" v="566" actId="11529"/>
          <ac:spMkLst>
            <pc:docMk/>
            <pc:sldMk cId="2674423541" sldId="258"/>
            <ac:spMk id="2" creationId="{FE9E4E69-37F3-4F9A-A065-B86F8EDF57F8}"/>
          </ac:spMkLst>
        </pc:spChg>
        <pc:spChg chg="add mod">
          <ac:chgData name="Nazmul Hossain" userId="1e46773c68c5a226" providerId="LiveId" clId="{A111BC62-1912-4C5A-A1A6-3D743FEDF18D}" dt="2023-02-04T20:20:36.540" v="2201" actId="20577"/>
          <ac:spMkLst>
            <pc:docMk/>
            <pc:sldMk cId="2674423541" sldId="258"/>
            <ac:spMk id="3" creationId="{8EDBA9B0-2B0F-4830-8427-F7ACFE3A4332}"/>
          </ac:spMkLst>
        </pc:spChg>
      </pc:sldChg>
      <pc:sldChg chg="new del setBg">
        <pc:chgData name="Nazmul Hossain" userId="1e46773c68c5a226" providerId="LiveId" clId="{A111BC62-1912-4C5A-A1A6-3D743FEDF18D}" dt="2023-02-04T11:08:29.800" v="308" actId="47"/>
        <pc:sldMkLst>
          <pc:docMk/>
          <pc:sldMk cId="3443084294" sldId="258"/>
        </pc:sldMkLst>
      </pc:sldChg>
      <pc:sldChg chg="modSp add mod modTransition modAnim">
        <pc:chgData name="Nazmul Hossain" userId="1e46773c68c5a226" providerId="LiveId" clId="{A111BC62-1912-4C5A-A1A6-3D743FEDF18D}" dt="2023-02-04T20:16:38.850" v="2171"/>
        <pc:sldMkLst>
          <pc:docMk/>
          <pc:sldMk cId="2138131858" sldId="259"/>
        </pc:sldMkLst>
        <pc:spChg chg="mod">
          <ac:chgData name="Nazmul Hossain" userId="1e46773c68c5a226" providerId="LiveId" clId="{A111BC62-1912-4C5A-A1A6-3D743FEDF18D}" dt="2023-02-04T20:10:12.255" v="2134" actId="255"/>
          <ac:spMkLst>
            <pc:docMk/>
            <pc:sldMk cId="2138131858" sldId="259"/>
            <ac:spMk id="3" creationId="{8EDBA9B0-2B0F-4830-8427-F7ACFE3A4332}"/>
          </ac:spMkLst>
        </pc:spChg>
      </pc:sldChg>
      <pc:sldChg chg="modSp add modTransition modAnim">
        <pc:chgData name="Nazmul Hossain" userId="1e46773c68c5a226" providerId="LiveId" clId="{A111BC62-1912-4C5A-A1A6-3D743FEDF18D}" dt="2023-02-04T20:16:41.634" v="2172"/>
        <pc:sldMkLst>
          <pc:docMk/>
          <pc:sldMk cId="4171379743" sldId="260"/>
        </pc:sldMkLst>
        <pc:spChg chg="mod">
          <ac:chgData name="Nazmul Hossain" userId="1e46773c68c5a226" providerId="LiveId" clId="{A111BC62-1912-4C5A-A1A6-3D743FEDF18D}" dt="2023-02-04T11:39:47.590" v="788" actId="20577"/>
          <ac:spMkLst>
            <pc:docMk/>
            <pc:sldMk cId="4171379743" sldId="260"/>
            <ac:spMk id="3" creationId="{8EDBA9B0-2B0F-4830-8427-F7ACFE3A4332}"/>
          </ac:spMkLst>
        </pc:spChg>
      </pc:sldChg>
      <pc:sldChg chg="addSp delSp modSp new mod modTransition setBg modAnim">
        <pc:chgData name="Nazmul Hossain" userId="1e46773c68c5a226" providerId="LiveId" clId="{A111BC62-1912-4C5A-A1A6-3D743FEDF18D}" dt="2023-02-04T20:17:12.151" v="2176"/>
        <pc:sldMkLst>
          <pc:docMk/>
          <pc:sldMk cId="3644961302" sldId="261"/>
        </pc:sldMkLst>
        <pc:spChg chg="add del">
          <ac:chgData name="Nazmul Hossain" userId="1e46773c68c5a226" providerId="LiveId" clId="{A111BC62-1912-4C5A-A1A6-3D743FEDF18D}" dt="2023-02-04T13:57:54.812" v="811" actId="22"/>
          <ac:spMkLst>
            <pc:docMk/>
            <pc:sldMk cId="3644961302" sldId="261"/>
            <ac:spMk id="3" creationId="{746CB7F5-EFA4-4888-8E9A-7790AC7D286E}"/>
          </ac:spMkLst>
        </pc:spChg>
        <pc:spChg chg="add del mod">
          <ac:chgData name="Nazmul Hossain" userId="1e46773c68c5a226" providerId="LiveId" clId="{A111BC62-1912-4C5A-A1A6-3D743FEDF18D}" dt="2023-02-04T14:00:53.005" v="825"/>
          <ac:spMkLst>
            <pc:docMk/>
            <pc:sldMk cId="3644961302" sldId="261"/>
            <ac:spMk id="5" creationId="{CF0042E9-5A5F-4A7E-BD0C-475CB4C44E5F}"/>
          </ac:spMkLst>
        </pc:spChg>
        <pc:graphicFrameChg chg="add del modGraphic">
          <ac:chgData name="Nazmul Hossain" userId="1e46773c68c5a226" providerId="LiveId" clId="{A111BC62-1912-4C5A-A1A6-3D743FEDF18D}" dt="2023-02-04T14:00:43.762" v="822" actId="1032"/>
          <ac:graphicFrameMkLst>
            <pc:docMk/>
            <pc:sldMk cId="3644961302" sldId="261"/>
            <ac:graphicFrameMk id="6" creationId="{1AA7DC5C-7577-4F18-9607-EEB43382A082}"/>
          </ac:graphicFrameMkLst>
        </pc:graphicFrameChg>
        <pc:graphicFrameChg chg="add del mod modGraphic">
          <ac:chgData name="Nazmul Hossain" userId="1e46773c68c5a226" providerId="LiveId" clId="{A111BC62-1912-4C5A-A1A6-3D743FEDF18D}" dt="2023-02-04T14:02:00.922" v="828" actId="478"/>
          <ac:graphicFrameMkLst>
            <pc:docMk/>
            <pc:sldMk cId="3644961302" sldId="261"/>
            <ac:graphicFrameMk id="7" creationId="{F92B653D-A221-4B61-8936-5D112111CBBB}"/>
          </ac:graphicFrameMkLst>
        </pc:graphicFrameChg>
        <pc:graphicFrameChg chg="add del mod modGraphic">
          <ac:chgData name="Nazmul Hossain" userId="1e46773c68c5a226" providerId="LiveId" clId="{A111BC62-1912-4C5A-A1A6-3D743FEDF18D}" dt="2023-02-04T14:03:30.671" v="831" actId="1032"/>
          <ac:graphicFrameMkLst>
            <pc:docMk/>
            <pc:sldMk cId="3644961302" sldId="261"/>
            <ac:graphicFrameMk id="8" creationId="{515B2AE9-FBBB-4995-9993-042FFDD390A1}"/>
          </ac:graphicFrameMkLst>
        </pc:graphicFrameChg>
        <pc:graphicFrameChg chg="add del mod modGraphic">
          <ac:chgData name="Nazmul Hossain" userId="1e46773c68c5a226" providerId="LiveId" clId="{A111BC62-1912-4C5A-A1A6-3D743FEDF18D}" dt="2023-02-04T14:04:31.599" v="840" actId="478"/>
          <ac:graphicFrameMkLst>
            <pc:docMk/>
            <pc:sldMk cId="3644961302" sldId="261"/>
            <ac:graphicFrameMk id="9" creationId="{B2CF21F2-AF0B-4E85-9744-B2FE41A98A41}"/>
          </ac:graphicFrameMkLst>
        </pc:graphicFrameChg>
        <pc:graphicFrameChg chg="add del modGraphic">
          <ac:chgData name="Nazmul Hossain" userId="1e46773c68c5a226" providerId="LiveId" clId="{A111BC62-1912-4C5A-A1A6-3D743FEDF18D}" dt="2023-02-04T14:04:53.231" v="842" actId="478"/>
          <ac:graphicFrameMkLst>
            <pc:docMk/>
            <pc:sldMk cId="3644961302" sldId="261"/>
            <ac:graphicFrameMk id="10" creationId="{EEB1D62B-3393-42A9-A2B2-2BA76B6A445A}"/>
          </ac:graphicFrameMkLst>
        </pc:graphicFrameChg>
        <pc:graphicFrameChg chg="add del mod modGraphic">
          <ac:chgData name="Nazmul Hossain" userId="1e46773c68c5a226" providerId="LiveId" clId="{A111BC62-1912-4C5A-A1A6-3D743FEDF18D}" dt="2023-02-04T14:05:27.282" v="845" actId="1032"/>
          <ac:graphicFrameMkLst>
            <pc:docMk/>
            <pc:sldMk cId="3644961302" sldId="261"/>
            <ac:graphicFrameMk id="11" creationId="{35E81D4E-65D0-4D90-9691-13DA409DE443}"/>
          </ac:graphicFrameMkLst>
        </pc:graphicFrameChg>
        <pc:graphicFrameChg chg="add mod modGraphic">
          <ac:chgData name="Nazmul Hossain" userId="1e46773c68c5a226" providerId="LiveId" clId="{A111BC62-1912-4C5A-A1A6-3D743FEDF18D}" dt="2023-02-04T14:15:10.159" v="892"/>
          <ac:graphicFrameMkLst>
            <pc:docMk/>
            <pc:sldMk cId="3644961302" sldId="261"/>
            <ac:graphicFrameMk id="12" creationId="{72F1DB68-109E-4E3E-A465-FD5C77FD260F}"/>
          </ac:graphicFrameMkLst>
        </pc:graphicFrameChg>
      </pc:sldChg>
      <pc:sldChg chg="addSp delSp modSp new mod modTransition setBg modAnim addCm">
        <pc:chgData name="Nazmul Hossain" userId="1e46773c68c5a226" providerId="LiveId" clId="{A111BC62-1912-4C5A-A1A6-3D743FEDF18D}" dt="2023-02-04T20:17:38.501" v="2177"/>
        <pc:sldMkLst>
          <pc:docMk/>
          <pc:sldMk cId="2691024462" sldId="262"/>
        </pc:sldMkLst>
        <pc:spChg chg="add del mod">
          <ac:chgData name="Nazmul Hossain" userId="1e46773c68c5a226" providerId="LiveId" clId="{A111BC62-1912-4C5A-A1A6-3D743FEDF18D}" dt="2023-02-04T14:22:34.373" v="905"/>
          <ac:spMkLst>
            <pc:docMk/>
            <pc:sldMk cId="2691024462" sldId="262"/>
            <ac:spMk id="2" creationId="{E06028ED-8873-4F59-8EF0-A21AE119BB92}"/>
          </ac:spMkLst>
        </pc:spChg>
        <pc:spChg chg="add del">
          <ac:chgData name="Nazmul Hossain" userId="1e46773c68c5a226" providerId="LiveId" clId="{A111BC62-1912-4C5A-A1A6-3D743FEDF18D}" dt="2023-02-04T14:22:34.372" v="903" actId="478"/>
          <ac:spMkLst>
            <pc:docMk/>
            <pc:sldMk cId="2691024462" sldId="262"/>
            <ac:spMk id="3" creationId="{E5A298FD-0BF0-4F2B-B5C8-E8A079320F99}"/>
          </ac:spMkLst>
        </pc:spChg>
        <pc:spChg chg="add mod">
          <ac:chgData name="Nazmul Hossain" userId="1e46773c68c5a226" providerId="LiveId" clId="{A111BC62-1912-4C5A-A1A6-3D743FEDF18D}" dt="2023-02-04T14:27:22.974" v="931" actId="1076"/>
          <ac:spMkLst>
            <pc:docMk/>
            <pc:sldMk cId="2691024462" sldId="262"/>
            <ac:spMk id="4" creationId="{6244E4B0-8902-4E42-8CF4-74F6D9C5B721}"/>
          </ac:spMkLst>
        </pc:spChg>
      </pc:sldChg>
      <pc:sldChg chg="addSp delSp modSp new mod modTransition setBg delAnim modAnim">
        <pc:chgData name="Nazmul Hossain" userId="1e46773c68c5a226" providerId="LiveId" clId="{A111BC62-1912-4C5A-A1A6-3D743FEDF18D}" dt="2023-02-04T20:17:52.457" v="2180"/>
        <pc:sldMkLst>
          <pc:docMk/>
          <pc:sldMk cId="2694405464" sldId="263"/>
        </pc:sldMkLst>
        <pc:spChg chg="add del mod">
          <ac:chgData name="Nazmul Hossain" userId="1e46773c68c5a226" providerId="LiveId" clId="{A111BC62-1912-4C5A-A1A6-3D743FEDF18D}" dt="2023-02-04T14:32:04.972" v="941"/>
          <ac:spMkLst>
            <pc:docMk/>
            <pc:sldMk cId="2694405464" sldId="263"/>
            <ac:spMk id="2" creationId="{917670D2-2FDF-4112-B030-9698C4736A1F}"/>
          </ac:spMkLst>
        </pc:spChg>
        <pc:spChg chg="add del mod">
          <ac:chgData name="Nazmul Hossain" userId="1e46773c68c5a226" providerId="LiveId" clId="{A111BC62-1912-4C5A-A1A6-3D743FEDF18D}" dt="2023-02-04T14:36:54.971" v="957" actId="478"/>
          <ac:spMkLst>
            <pc:docMk/>
            <pc:sldMk cId="2694405464" sldId="263"/>
            <ac:spMk id="3" creationId="{7A50DEC1-805B-411B-A80C-DAB5054654BD}"/>
          </ac:spMkLst>
        </pc:spChg>
        <pc:spChg chg="add del mod">
          <ac:chgData name="Nazmul Hossain" userId="1e46773c68c5a226" providerId="LiveId" clId="{A111BC62-1912-4C5A-A1A6-3D743FEDF18D}" dt="2023-02-04T15:39:33.665" v="1061" actId="478"/>
          <ac:spMkLst>
            <pc:docMk/>
            <pc:sldMk cId="2694405464" sldId="263"/>
            <ac:spMk id="4" creationId="{210115EF-30EE-4135-89E3-2CE904C2BD88}"/>
          </ac:spMkLst>
        </pc:spChg>
        <pc:spChg chg="add mod">
          <ac:chgData name="Nazmul Hossain" userId="1e46773c68c5a226" providerId="LiveId" clId="{A111BC62-1912-4C5A-A1A6-3D743FEDF18D}" dt="2023-02-04T16:11:14.283" v="1199" actId="1076"/>
          <ac:spMkLst>
            <pc:docMk/>
            <pc:sldMk cId="2694405464" sldId="263"/>
            <ac:spMk id="10" creationId="{30312FCB-8FB9-498C-8AC3-687C5C209C22}"/>
          </ac:spMkLst>
        </pc:spChg>
        <pc:spChg chg="add del">
          <ac:chgData name="Nazmul Hossain" userId="1e46773c68c5a226" providerId="LiveId" clId="{A111BC62-1912-4C5A-A1A6-3D743FEDF18D}" dt="2023-02-04T16:01:23.217" v="1112" actId="478"/>
          <ac:spMkLst>
            <pc:docMk/>
            <pc:sldMk cId="2694405464" sldId="263"/>
            <ac:spMk id="11" creationId="{1FB8DE62-E111-4753-880A-8F0188BE8485}"/>
          </ac:spMkLst>
        </pc:spChg>
        <pc:spChg chg="add mod">
          <ac:chgData name="Nazmul Hossain" userId="1e46773c68c5a226" providerId="LiveId" clId="{A111BC62-1912-4C5A-A1A6-3D743FEDF18D}" dt="2023-02-04T16:11:29.137" v="1207" actId="1076"/>
          <ac:spMkLst>
            <pc:docMk/>
            <pc:sldMk cId="2694405464" sldId="263"/>
            <ac:spMk id="12" creationId="{2BC8CB95-CA9D-43E0-862C-A88377F4A89A}"/>
          </ac:spMkLst>
        </pc:spChg>
        <pc:spChg chg="add mod">
          <ac:chgData name="Nazmul Hossain" userId="1e46773c68c5a226" providerId="LiveId" clId="{A111BC62-1912-4C5A-A1A6-3D743FEDF18D}" dt="2023-02-04T16:11:31.908" v="1208" actId="1076"/>
          <ac:spMkLst>
            <pc:docMk/>
            <pc:sldMk cId="2694405464" sldId="263"/>
            <ac:spMk id="13" creationId="{CCB0666C-F92F-4FF1-9A32-4DC4B5C9F78F}"/>
          </ac:spMkLst>
        </pc:spChg>
        <pc:spChg chg="add mod">
          <ac:chgData name="Nazmul Hossain" userId="1e46773c68c5a226" providerId="LiveId" clId="{A111BC62-1912-4C5A-A1A6-3D743FEDF18D}" dt="2023-02-04T16:11:25.073" v="1205" actId="1076"/>
          <ac:spMkLst>
            <pc:docMk/>
            <pc:sldMk cId="2694405464" sldId="263"/>
            <ac:spMk id="14" creationId="{78237C44-A8C8-46B3-AF71-CDF50A7E2BC5}"/>
          </ac:spMkLst>
        </pc:spChg>
        <pc:spChg chg="add mod">
          <ac:chgData name="Nazmul Hossain" userId="1e46773c68c5a226" providerId="LiveId" clId="{A111BC62-1912-4C5A-A1A6-3D743FEDF18D}" dt="2023-02-04T16:15:37.409" v="1234" actId="1076"/>
          <ac:spMkLst>
            <pc:docMk/>
            <pc:sldMk cId="2694405464" sldId="263"/>
            <ac:spMk id="15" creationId="{0D96C8DF-1B28-4A0F-BA7F-FC1B49E9C233}"/>
          </ac:spMkLst>
        </pc:spChg>
        <pc:spChg chg="add mod">
          <ac:chgData name="Nazmul Hossain" userId="1e46773c68c5a226" providerId="LiveId" clId="{A111BC62-1912-4C5A-A1A6-3D743FEDF18D}" dt="2023-02-04T16:15:21.464" v="1232" actId="13926"/>
          <ac:spMkLst>
            <pc:docMk/>
            <pc:sldMk cId="2694405464" sldId="263"/>
            <ac:spMk id="16" creationId="{2E9B8589-38CB-4F67-8A2D-FC2EE35F452D}"/>
          </ac:spMkLst>
        </pc:spChg>
        <pc:spChg chg="add mod">
          <ac:chgData name="Nazmul Hossain" userId="1e46773c68c5a226" providerId="LiveId" clId="{A111BC62-1912-4C5A-A1A6-3D743FEDF18D}" dt="2023-02-04T16:25:19.212" v="1309" actId="20577"/>
          <ac:spMkLst>
            <pc:docMk/>
            <pc:sldMk cId="2694405464" sldId="263"/>
            <ac:spMk id="17" creationId="{5B341EC4-FDE4-4E60-BDDF-020AAA54D392}"/>
          </ac:spMkLst>
        </pc:spChg>
        <pc:spChg chg="add mod">
          <ac:chgData name="Nazmul Hossain" userId="1e46773c68c5a226" providerId="LiveId" clId="{A111BC62-1912-4C5A-A1A6-3D743FEDF18D}" dt="2023-02-04T16:11:46.375" v="1212" actId="1076"/>
          <ac:spMkLst>
            <pc:docMk/>
            <pc:sldMk cId="2694405464" sldId="263"/>
            <ac:spMk id="18" creationId="{23D1BBAB-FADE-4B62-B344-9DFBEC31B7AE}"/>
          </ac:spMkLst>
        </pc:spChg>
        <pc:spChg chg="add mod">
          <ac:chgData name="Nazmul Hossain" userId="1e46773c68c5a226" providerId="LiveId" clId="{A111BC62-1912-4C5A-A1A6-3D743FEDF18D}" dt="2023-02-04T16:11:27.406" v="1206" actId="1076"/>
          <ac:spMkLst>
            <pc:docMk/>
            <pc:sldMk cId="2694405464" sldId="263"/>
            <ac:spMk id="19" creationId="{39A8E786-8F8B-4026-8DA0-28D0A29CC5DA}"/>
          </ac:spMkLst>
        </pc:spChg>
        <pc:spChg chg="add del mod">
          <ac:chgData name="Nazmul Hossain" userId="1e46773c68c5a226" providerId="LiveId" clId="{A111BC62-1912-4C5A-A1A6-3D743FEDF18D}" dt="2023-02-04T16:12:00.917" v="1217"/>
          <ac:spMkLst>
            <pc:docMk/>
            <pc:sldMk cId="2694405464" sldId="263"/>
            <ac:spMk id="20" creationId="{DE884B3F-663A-4DA4-B354-6DCC525F49A8}"/>
          </ac:spMkLst>
        </pc:spChg>
        <pc:spChg chg="add del mod">
          <ac:chgData name="Nazmul Hossain" userId="1e46773c68c5a226" providerId="LiveId" clId="{A111BC62-1912-4C5A-A1A6-3D743FEDF18D}" dt="2023-02-04T16:12:00.917" v="1215" actId="478"/>
          <ac:spMkLst>
            <pc:docMk/>
            <pc:sldMk cId="2694405464" sldId="263"/>
            <ac:spMk id="21" creationId="{8F22CE1D-1DD3-4969-9ACF-62319EEC239E}"/>
          </ac:spMkLst>
        </pc:spChg>
        <pc:spChg chg="add mod">
          <ac:chgData name="Nazmul Hossain" userId="1e46773c68c5a226" providerId="LiveId" clId="{A111BC62-1912-4C5A-A1A6-3D743FEDF18D}" dt="2023-02-04T16:14:43.322" v="1229" actId="1076"/>
          <ac:spMkLst>
            <pc:docMk/>
            <pc:sldMk cId="2694405464" sldId="263"/>
            <ac:spMk id="22" creationId="{C7F1B415-ABDA-4C7A-9925-214E4EBAFACB}"/>
          </ac:spMkLst>
        </pc:spChg>
        <pc:cxnChg chg="add del mod">
          <ac:chgData name="Nazmul Hossain" userId="1e46773c68c5a226" providerId="LiveId" clId="{A111BC62-1912-4C5A-A1A6-3D743FEDF18D}" dt="2023-02-04T15:55:52.273" v="1071" actId="11529"/>
          <ac:cxnSpMkLst>
            <pc:docMk/>
            <pc:sldMk cId="2694405464" sldId="263"/>
            <ac:cxnSpMk id="6" creationId="{1AEADB6E-BFB7-47A7-8017-6123DA6680B4}"/>
          </ac:cxnSpMkLst>
        </pc:cxnChg>
        <pc:cxnChg chg="add del mod">
          <ac:chgData name="Nazmul Hossain" userId="1e46773c68c5a226" providerId="LiveId" clId="{A111BC62-1912-4C5A-A1A6-3D743FEDF18D}" dt="2023-02-04T15:58:40.363" v="1100" actId="478"/>
          <ac:cxnSpMkLst>
            <pc:docMk/>
            <pc:sldMk cId="2694405464" sldId="263"/>
            <ac:cxnSpMk id="9" creationId="{CCA24DF2-77CB-417A-BDC8-48D14D0AC3FF}"/>
          </ac:cxnSpMkLst>
        </pc:cxnChg>
      </pc:sldChg>
      <pc:sldChg chg="addSp delSp modSp new mod modTransition setBg delAnim modAnim">
        <pc:chgData name="Nazmul Hossain" userId="1e46773c68c5a226" providerId="LiveId" clId="{A111BC62-1912-4C5A-A1A6-3D743FEDF18D}" dt="2023-02-04T20:23:00.140" v="2207"/>
        <pc:sldMkLst>
          <pc:docMk/>
          <pc:sldMk cId="2509114449" sldId="264"/>
        </pc:sldMkLst>
        <pc:spChg chg="add del mod">
          <ac:chgData name="Nazmul Hossain" userId="1e46773c68c5a226" providerId="LiveId" clId="{A111BC62-1912-4C5A-A1A6-3D743FEDF18D}" dt="2023-02-04T19:50:14.327" v="1947" actId="255"/>
          <ac:spMkLst>
            <pc:docMk/>
            <pc:sldMk cId="2509114449" sldId="264"/>
            <ac:spMk id="3" creationId="{86809D6C-25F3-4F2B-B11E-74514D18AAAB}"/>
          </ac:spMkLst>
        </pc:spChg>
        <pc:spChg chg="add mod">
          <ac:chgData name="Nazmul Hossain" userId="1e46773c68c5a226" providerId="LiveId" clId="{A111BC62-1912-4C5A-A1A6-3D743FEDF18D}" dt="2023-02-04T19:50:23.540" v="1950" actId="113"/>
          <ac:spMkLst>
            <pc:docMk/>
            <pc:sldMk cId="2509114449" sldId="264"/>
            <ac:spMk id="6" creationId="{FF305E5C-B2B3-4CAA-A89C-03468DFFB45B}"/>
          </ac:spMkLst>
        </pc:spChg>
        <pc:spChg chg="add mod">
          <ac:chgData name="Nazmul Hossain" userId="1e46773c68c5a226" providerId="LiveId" clId="{A111BC62-1912-4C5A-A1A6-3D743FEDF18D}" dt="2023-02-04T19:50:59.039" v="1953" actId="2711"/>
          <ac:spMkLst>
            <pc:docMk/>
            <pc:sldMk cId="2509114449" sldId="264"/>
            <ac:spMk id="11" creationId="{06C59999-124F-4F72-B620-8130F187D792}"/>
          </ac:spMkLst>
        </pc:spChg>
        <pc:spChg chg="add mod">
          <ac:chgData name="Nazmul Hossain" userId="1e46773c68c5a226" providerId="LiveId" clId="{A111BC62-1912-4C5A-A1A6-3D743FEDF18D}" dt="2023-02-04T16:21:40.649" v="1296" actId="1036"/>
          <ac:spMkLst>
            <pc:docMk/>
            <pc:sldMk cId="2509114449" sldId="264"/>
            <ac:spMk id="14" creationId="{A0043978-8F89-4262-994C-98FA511830ED}"/>
          </ac:spMkLst>
        </pc:spChg>
        <pc:spChg chg="add del">
          <ac:chgData name="Nazmul Hossain" userId="1e46773c68c5a226" providerId="LiveId" clId="{A111BC62-1912-4C5A-A1A6-3D743FEDF18D}" dt="2023-02-04T16:39:50.609" v="1360" actId="478"/>
          <ac:spMkLst>
            <pc:docMk/>
            <pc:sldMk cId="2509114449" sldId="264"/>
            <ac:spMk id="15" creationId="{674FDD73-FC6C-4548-ADA4-259A5FFC19C5}"/>
          </ac:spMkLst>
        </pc:spChg>
        <pc:spChg chg="add del mod">
          <ac:chgData name="Nazmul Hossain" userId="1e46773c68c5a226" providerId="LiveId" clId="{A111BC62-1912-4C5A-A1A6-3D743FEDF18D}" dt="2023-02-04T16:40:52.480" v="1362" actId="478"/>
          <ac:spMkLst>
            <pc:docMk/>
            <pc:sldMk cId="2509114449" sldId="264"/>
            <ac:spMk id="16" creationId="{874B93E5-03B5-4264-8852-8E414F6F2810}"/>
          </ac:spMkLst>
        </pc:spChg>
        <pc:spChg chg="add del mod">
          <ac:chgData name="Nazmul Hossain" userId="1e46773c68c5a226" providerId="LiveId" clId="{A111BC62-1912-4C5A-A1A6-3D743FEDF18D}" dt="2023-02-04T16:42:02.279" v="1365" actId="478"/>
          <ac:spMkLst>
            <pc:docMk/>
            <pc:sldMk cId="2509114449" sldId="264"/>
            <ac:spMk id="17" creationId="{B68A0272-1ED5-458E-9965-E97ACC03C252}"/>
          </ac:spMkLst>
        </pc:spChg>
        <pc:spChg chg="add del">
          <ac:chgData name="Nazmul Hossain" userId="1e46773c68c5a226" providerId="LiveId" clId="{A111BC62-1912-4C5A-A1A6-3D743FEDF18D}" dt="2023-02-04T16:43:28.350" v="1372" actId="478"/>
          <ac:spMkLst>
            <pc:docMk/>
            <pc:sldMk cId="2509114449" sldId="264"/>
            <ac:spMk id="21" creationId="{0B36031E-9011-4F30-9212-CE2F00FFA532}"/>
          </ac:spMkLst>
        </pc:spChg>
        <pc:spChg chg="add mod">
          <ac:chgData name="Nazmul Hossain" userId="1e46773c68c5a226" providerId="LiveId" clId="{A111BC62-1912-4C5A-A1A6-3D743FEDF18D}" dt="2023-02-04T19:51:24.867" v="1958" actId="1076"/>
          <ac:spMkLst>
            <pc:docMk/>
            <pc:sldMk cId="2509114449" sldId="264"/>
            <ac:spMk id="22" creationId="{07DE30C5-052C-42E0-BC66-F33129D1B7CC}"/>
          </ac:spMkLst>
        </pc:spChg>
        <pc:spChg chg="add del mod">
          <ac:chgData name="Nazmul Hossain" userId="1e46773c68c5a226" providerId="LiveId" clId="{A111BC62-1912-4C5A-A1A6-3D743FEDF18D}" dt="2023-02-04T19:48:28.493" v="1926" actId="478"/>
          <ac:spMkLst>
            <pc:docMk/>
            <pc:sldMk cId="2509114449" sldId="264"/>
            <ac:spMk id="23" creationId="{8A717D67-B174-46AD-AC7B-0A1EAEA2BA01}"/>
          </ac:spMkLst>
        </pc:spChg>
        <pc:spChg chg="add mod">
          <ac:chgData name="Nazmul Hossain" userId="1e46773c68c5a226" providerId="LiveId" clId="{A111BC62-1912-4C5A-A1A6-3D743FEDF18D}" dt="2023-02-04T19:48:05.851" v="1895" actId="1076"/>
          <ac:spMkLst>
            <pc:docMk/>
            <pc:sldMk cId="2509114449" sldId="264"/>
            <ac:spMk id="24" creationId="{B533F368-5E0A-4006-8EB9-6AA24DD47811}"/>
          </ac:spMkLst>
        </pc:spChg>
        <pc:spChg chg="add del mod">
          <ac:chgData name="Nazmul Hossain" userId="1e46773c68c5a226" providerId="LiveId" clId="{A111BC62-1912-4C5A-A1A6-3D743FEDF18D}" dt="2023-02-04T16:46:09.976" v="1412" actId="478"/>
          <ac:spMkLst>
            <pc:docMk/>
            <pc:sldMk cId="2509114449" sldId="264"/>
            <ac:spMk id="24" creationId="{C67A1B93-D861-4326-9EC3-7C8514412BB6}"/>
          </ac:spMkLst>
        </pc:spChg>
        <pc:spChg chg="add mod">
          <ac:chgData name="Nazmul Hossain" userId="1e46773c68c5a226" providerId="LiveId" clId="{A111BC62-1912-4C5A-A1A6-3D743FEDF18D}" dt="2023-02-04T19:56:14.984" v="1980" actId="1076"/>
          <ac:spMkLst>
            <pc:docMk/>
            <pc:sldMk cId="2509114449" sldId="264"/>
            <ac:spMk id="25" creationId="{9ED1FB34-C6B7-4462-B65F-F698149CB61F}"/>
          </ac:spMkLst>
        </pc:spChg>
        <pc:spChg chg="add del mod">
          <ac:chgData name="Nazmul Hossain" userId="1e46773c68c5a226" providerId="LiveId" clId="{A111BC62-1912-4C5A-A1A6-3D743FEDF18D}" dt="2023-02-04T19:43:50.206" v="1858"/>
          <ac:spMkLst>
            <pc:docMk/>
            <pc:sldMk cId="2509114449" sldId="264"/>
            <ac:spMk id="26" creationId="{547905AE-D13E-4F8C-9803-BD97DC948848}"/>
          </ac:spMkLst>
        </pc:spChg>
        <pc:spChg chg="add del mod">
          <ac:chgData name="Nazmul Hossain" userId="1e46773c68c5a226" providerId="LiveId" clId="{A111BC62-1912-4C5A-A1A6-3D743FEDF18D}" dt="2023-02-04T19:42:05.685" v="1825" actId="478"/>
          <ac:spMkLst>
            <pc:docMk/>
            <pc:sldMk cId="2509114449" sldId="264"/>
            <ac:spMk id="27" creationId="{F38323C4-5EDE-45BB-A765-EE4550F00AF2}"/>
          </ac:spMkLst>
        </pc:spChg>
        <pc:spChg chg="add mod">
          <ac:chgData name="Nazmul Hossain" userId="1e46773c68c5a226" providerId="LiveId" clId="{A111BC62-1912-4C5A-A1A6-3D743FEDF18D}" dt="2023-02-04T19:49:15.347" v="1934" actId="1076"/>
          <ac:spMkLst>
            <pc:docMk/>
            <pc:sldMk cId="2509114449" sldId="264"/>
            <ac:spMk id="28" creationId="{B90C5D95-D4AC-48FD-B09A-D4B209D2021C}"/>
          </ac:spMkLst>
        </pc:spChg>
        <pc:spChg chg="add del mod">
          <ac:chgData name="Nazmul Hossain" userId="1e46773c68c5a226" providerId="LiveId" clId="{A111BC62-1912-4C5A-A1A6-3D743FEDF18D}" dt="2023-02-04T16:53:19.849" v="1480" actId="478"/>
          <ac:spMkLst>
            <pc:docMk/>
            <pc:sldMk cId="2509114449" sldId="264"/>
            <ac:spMk id="29" creationId="{7D92C3D0-0721-47B9-A5BA-7F1C00E5CE17}"/>
          </ac:spMkLst>
        </pc:spChg>
        <pc:spChg chg="add mod">
          <ac:chgData name="Nazmul Hossain" userId="1e46773c68c5a226" providerId="LiveId" clId="{A111BC62-1912-4C5A-A1A6-3D743FEDF18D}" dt="2023-02-04T19:48:53.068" v="1928" actId="1076"/>
          <ac:spMkLst>
            <pc:docMk/>
            <pc:sldMk cId="2509114449" sldId="264"/>
            <ac:spMk id="31" creationId="{0D74CBE6-1B28-40F6-B4CD-0CC8B4A754D9}"/>
          </ac:spMkLst>
        </pc:spChg>
        <pc:spChg chg="add mod">
          <ac:chgData name="Nazmul Hossain" userId="1e46773c68c5a226" providerId="LiveId" clId="{A111BC62-1912-4C5A-A1A6-3D743FEDF18D}" dt="2023-02-04T19:47:29.740" v="1887" actId="1076"/>
          <ac:spMkLst>
            <pc:docMk/>
            <pc:sldMk cId="2509114449" sldId="264"/>
            <ac:spMk id="32" creationId="{F473B149-33D5-4DAA-B068-04666ACF3D02}"/>
          </ac:spMkLst>
        </pc:spChg>
        <pc:spChg chg="add del mod">
          <ac:chgData name="Nazmul Hossain" userId="1e46773c68c5a226" providerId="LiveId" clId="{A111BC62-1912-4C5A-A1A6-3D743FEDF18D}" dt="2023-02-04T16:52:16.372" v="1468"/>
          <ac:spMkLst>
            <pc:docMk/>
            <pc:sldMk cId="2509114449" sldId="264"/>
            <ac:spMk id="34" creationId="{7BBCFA1C-F75D-4BCD-80AB-71FE44B7A1A4}"/>
          </ac:spMkLst>
        </pc:spChg>
        <pc:spChg chg="add mod">
          <ac:chgData name="Nazmul Hossain" userId="1e46773c68c5a226" providerId="LiveId" clId="{A111BC62-1912-4C5A-A1A6-3D743FEDF18D}" dt="2023-02-04T19:51:05.271" v="1955" actId="1076"/>
          <ac:spMkLst>
            <pc:docMk/>
            <pc:sldMk cId="2509114449" sldId="264"/>
            <ac:spMk id="35" creationId="{B445820D-DA41-445B-9B03-071B814317C4}"/>
          </ac:spMkLst>
        </pc:spChg>
        <pc:spChg chg="add del">
          <ac:chgData name="Nazmul Hossain" userId="1e46773c68c5a226" providerId="LiveId" clId="{A111BC62-1912-4C5A-A1A6-3D743FEDF18D}" dt="2023-02-04T16:53:28.153" v="1483"/>
          <ac:spMkLst>
            <pc:docMk/>
            <pc:sldMk cId="2509114449" sldId="264"/>
            <ac:spMk id="37" creationId="{AA8E4CF7-B611-40D3-A351-2AF6FA907857}"/>
          </ac:spMkLst>
        </pc:spChg>
        <pc:spChg chg="add del mod">
          <ac:chgData name="Nazmul Hossain" userId="1e46773c68c5a226" providerId="LiveId" clId="{A111BC62-1912-4C5A-A1A6-3D743FEDF18D}" dt="2023-02-04T19:34:54.830" v="1779" actId="478"/>
          <ac:spMkLst>
            <pc:docMk/>
            <pc:sldMk cId="2509114449" sldId="264"/>
            <ac:spMk id="38" creationId="{EF1BC1F2-E551-44A9-94CF-2BCDDDD7F67D}"/>
          </ac:spMkLst>
        </pc:spChg>
        <pc:grpChg chg="add mod">
          <ac:chgData name="Nazmul Hossain" userId="1e46773c68c5a226" providerId="LiveId" clId="{A111BC62-1912-4C5A-A1A6-3D743FEDF18D}" dt="2023-02-04T16:27:54.664" v="1338" actId="1076"/>
          <ac:grpSpMkLst>
            <pc:docMk/>
            <pc:sldMk cId="2509114449" sldId="264"/>
            <ac:grpSpMk id="8" creationId="{558D0B49-6300-40C3-B3D5-79B1CD73429E}"/>
          </ac:grpSpMkLst>
        </pc:grpChg>
        <pc:picChg chg="add mod">
          <ac:chgData name="Nazmul Hossain" userId="1e46773c68c5a226" providerId="LiveId" clId="{A111BC62-1912-4C5A-A1A6-3D743FEDF18D}" dt="2023-02-04T19:59:31.416" v="2004" actId="1076"/>
          <ac:picMkLst>
            <pc:docMk/>
            <pc:sldMk cId="2509114449" sldId="264"/>
            <ac:picMk id="2" creationId="{C89C82D6-EF1A-46ED-B33B-10EFE08B70A1}"/>
          </ac:picMkLst>
        </pc:picChg>
        <pc:picChg chg="add del mod">
          <ac:chgData name="Nazmul Hossain" userId="1e46773c68c5a226" providerId="LiveId" clId="{A111BC62-1912-4C5A-A1A6-3D743FEDF18D}" dt="2023-02-04T16:18:33.165" v="1240"/>
          <ac:picMkLst>
            <pc:docMk/>
            <pc:sldMk cId="2509114449" sldId="264"/>
            <ac:picMk id="3" creationId="{215621EE-7FA9-416B-A2B5-1FE07A29A08E}"/>
          </ac:picMkLst>
        </pc:picChg>
        <pc:picChg chg="add mod">
          <ac:chgData name="Nazmul Hossain" userId="1e46773c68c5a226" providerId="LiveId" clId="{A111BC62-1912-4C5A-A1A6-3D743FEDF18D}" dt="2023-02-04T19:59:43.467" v="2007" actId="1076"/>
          <ac:picMkLst>
            <pc:docMk/>
            <pc:sldMk cId="2509114449" sldId="264"/>
            <ac:picMk id="4" creationId="{133921D0-BAA1-48F8-8406-0901D35E8B85}"/>
          </ac:picMkLst>
        </pc:picChg>
        <pc:picChg chg="add mod">
          <ac:chgData name="Nazmul Hossain" userId="1e46773c68c5a226" providerId="LiveId" clId="{A111BC62-1912-4C5A-A1A6-3D743FEDF18D}" dt="2023-02-04T16:18:57.798" v="1244" actId="1076"/>
          <ac:picMkLst>
            <pc:docMk/>
            <pc:sldMk cId="2509114449" sldId="264"/>
            <ac:picMk id="5" creationId="{FD529C24-11A5-4FD1-9E8F-9078BAA56CB8}"/>
          </ac:picMkLst>
        </pc:picChg>
        <pc:picChg chg="add del mod">
          <ac:chgData name="Nazmul Hossain" userId="1e46773c68c5a226" providerId="LiveId" clId="{A111BC62-1912-4C5A-A1A6-3D743FEDF18D}" dt="2023-02-04T16:19:03.903" v="1246"/>
          <ac:picMkLst>
            <pc:docMk/>
            <pc:sldMk cId="2509114449" sldId="264"/>
            <ac:picMk id="6" creationId="{A5E159C4-EBC5-4495-955C-D50976614696}"/>
          </ac:picMkLst>
        </pc:picChg>
        <pc:picChg chg="add mod">
          <ac:chgData name="Nazmul Hossain" userId="1e46773c68c5a226" providerId="LiveId" clId="{A111BC62-1912-4C5A-A1A6-3D743FEDF18D}" dt="2023-02-04T16:19:26.347" v="1248" actId="1076"/>
          <ac:picMkLst>
            <pc:docMk/>
            <pc:sldMk cId="2509114449" sldId="264"/>
            <ac:picMk id="7" creationId="{A010D775-A265-415F-85B1-ABD297143975}"/>
          </ac:picMkLst>
        </pc:picChg>
        <pc:picChg chg="mod">
          <ac:chgData name="Nazmul Hossain" userId="1e46773c68c5a226" providerId="LiveId" clId="{A111BC62-1912-4C5A-A1A6-3D743FEDF18D}" dt="2023-02-04T16:19:37.683" v="1249"/>
          <ac:picMkLst>
            <pc:docMk/>
            <pc:sldMk cId="2509114449" sldId="264"/>
            <ac:picMk id="9" creationId="{0D9C57A5-5B66-444D-A99A-CE3354F92F12}"/>
          </ac:picMkLst>
        </pc:picChg>
        <pc:picChg chg="mod">
          <ac:chgData name="Nazmul Hossain" userId="1e46773c68c5a226" providerId="LiveId" clId="{A111BC62-1912-4C5A-A1A6-3D743FEDF18D}" dt="2023-02-04T16:19:37.683" v="1249"/>
          <ac:picMkLst>
            <pc:docMk/>
            <pc:sldMk cId="2509114449" sldId="264"/>
            <ac:picMk id="10" creationId="{4A9B8170-62BA-4B09-A4D1-72B9FAF9975E}"/>
          </ac:picMkLst>
        </pc:picChg>
        <pc:picChg chg="add del mod">
          <ac:chgData name="Nazmul Hossain" userId="1e46773c68c5a226" providerId="LiveId" clId="{A111BC62-1912-4C5A-A1A6-3D743FEDF18D}" dt="2023-02-04T16:20:34.821" v="1259" actId="478"/>
          <ac:picMkLst>
            <pc:docMk/>
            <pc:sldMk cId="2509114449" sldId="264"/>
            <ac:picMk id="11" creationId="{144E4C92-3823-4BAA-B3BA-4CA8682F3E86}"/>
          </ac:picMkLst>
        </pc:picChg>
        <pc:picChg chg="add mod">
          <ac:chgData name="Nazmul Hossain" userId="1e46773c68c5a226" providerId="LiveId" clId="{A111BC62-1912-4C5A-A1A6-3D743FEDF18D}" dt="2023-02-04T16:20:49.238" v="1270" actId="1035"/>
          <ac:picMkLst>
            <pc:docMk/>
            <pc:sldMk cId="2509114449" sldId="264"/>
            <ac:picMk id="12" creationId="{34B435B0-1C5D-4EE2-B96F-E9079BEC44D0}"/>
          </ac:picMkLst>
        </pc:picChg>
        <pc:picChg chg="add del mod">
          <ac:chgData name="Nazmul Hossain" userId="1e46773c68c5a226" providerId="LiveId" clId="{A111BC62-1912-4C5A-A1A6-3D743FEDF18D}" dt="2023-02-04T16:21:00.421" v="1272"/>
          <ac:picMkLst>
            <pc:docMk/>
            <pc:sldMk cId="2509114449" sldId="264"/>
            <ac:picMk id="13" creationId="{1F97F055-A393-49D8-B98C-E5C17D0A585E}"/>
          </ac:picMkLst>
        </pc:picChg>
        <pc:picChg chg="add mod">
          <ac:chgData name="Nazmul Hossain" userId="1e46773c68c5a226" providerId="LiveId" clId="{A111BC62-1912-4C5A-A1A6-3D743FEDF18D}" dt="2023-02-04T19:49:26.559" v="1937" actId="1076"/>
          <ac:picMkLst>
            <pc:docMk/>
            <pc:sldMk cId="2509114449" sldId="264"/>
            <ac:picMk id="29" creationId="{D895AC92-E5F5-4F55-8F07-6286948A849A}"/>
          </ac:picMkLst>
        </pc:picChg>
        <pc:picChg chg="add mod">
          <ac:chgData name="Nazmul Hossain" userId="1e46773c68c5a226" providerId="LiveId" clId="{A111BC62-1912-4C5A-A1A6-3D743FEDF18D}" dt="2023-02-04T19:47:24.357" v="1886" actId="1076"/>
          <ac:picMkLst>
            <pc:docMk/>
            <pc:sldMk cId="2509114449" sldId="264"/>
            <ac:picMk id="30" creationId="{B58F5220-8F60-4157-A2A6-F53E60311AB7}"/>
          </ac:picMkLst>
        </pc:picChg>
        <pc:picChg chg="add mod">
          <ac:chgData name="Nazmul Hossain" userId="1e46773c68c5a226" providerId="LiveId" clId="{A111BC62-1912-4C5A-A1A6-3D743FEDF18D}" dt="2023-02-04T19:56:11.771" v="1978" actId="1076"/>
          <ac:picMkLst>
            <pc:docMk/>
            <pc:sldMk cId="2509114449" sldId="264"/>
            <ac:picMk id="33" creationId="{A149BD25-C32D-451E-B273-D4B1E025D1B8}"/>
          </ac:picMkLst>
        </pc:picChg>
        <pc:picChg chg="add mod">
          <ac:chgData name="Nazmul Hossain" userId="1e46773c68c5a226" providerId="LiveId" clId="{A111BC62-1912-4C5A-A1A6-3D743FEDF18D}" dt="2023-02-04T19:49:29.383" v="1938" actId="1076"/>
          <ac:picMkLst>
            <pc:docMk/>
            <pc:sldMk cId="2509114449" sldId="264"/>
            <ac:picMk id="34" creationId="{391063BE-3AE3-4B7B-BA69-7F88E793E313}"/>
          </ac:picMkLst>
        </pc:picChg>
        <pc:picChg chg="add mod">
          <ac:chgData name="Nazmul Hossain" userId="1e46773c68c5a226" providerId="LiveId" clId="{A111BC62-1912-4C5A-A1A6-3D743FEDF18D}" dt="2023-02-04T20:01:12.832" v="2016" actId="1076"/>
          <ac:picMkLst>
            <pc:docMk/>
            <pc:sldMk cId="2509114449" sldId="264"/>
            <ac:picMk id="36" creationId="{907CE4EC-3767-4232-8161-1AFDC3A7F97A}"/>
          </ac:picMkLst>
        </pc:picChg>
        <pc:cxnChg chg="add del mod">
          <ac:chgData name="Nazmul Hossain" userId="1e46773c68c5a226" providerId="LiveId" clId="{A111BC62-1912-4C5A-A1A6-3D743FEDF18D}" dt="2023-02-04T16:43:08.341" v="1370" actId="478"/>
          <ac:cxnSpMkLst>
            <pc:docMk/>
            <pc:sldMk cId="2509114449" sldId="264"/>
            <ac:cxnSpMk id="19" creationId="{DEBE361D-F760-402C-8937-904D0173A435}"/>
          </ac:cxnSpMkLst>
        </pc:cxnChg>
      </pc:sldChg>
      <pc:sldChg chg="addSp delSp modSp new mod setBg addAnim delAnim modAnim">
        <pc:chgData name="Nazmul Hossain" userId="1e46773c68c5a226" providerId="LiveId" clId="{A111BC62-1912-4C5A-A1A6-3D743FEDF18D}" dt="2023-02-04T20:27:01.625" v="2226"/>
        <pc:sldMkLst>
          <pc:docMk/>
          <pc:sldMk cId="4158373271" sldId="265"/>
        </pc:sldMkLst>
        <pc:spChg chg="add del mod">
          <ac:chgData name="Nazmul Hossain" userId="1e46773c68c5a226" providerId="LiveId" clId="{A111BC62-1912-4C5A-A1A6-3D743FEDF18D}" dt="2023-02-04T18:58:48.011" v="1503" actId="478"/>
          <ac:spMkLst>
            <pc:docMk/>
            <pc:sldMk cId="4158373271" sldId="265"/>
            <ac:spMk id="7" creationId="{280CA58E-C4AE-4E63-99FB-F2ED2664512E}"/>
          </ac:spMkLst>
        </pc:spChg>
        <pc:spChg chg="add del mod">
          <ac:chgData name="Nazmul Hossain" userId="1e46773c68c5a226" providerId="LiveId" clId="{A111BC62-1912-4C5A-A1A6-3D743FEDF18D}" dt="2023-02-04T18:57:23.400" v="1495"/>
          <ac:spMkLst>
            <pc:docMk/>
            <pc:sldMk cId="4158373271" sldId="265"/>
            <ac:spMk id="14" creationId="{A9FF13BC-C905-4EC3-B0D2-88E7648E1BDD}"/>
          </ac:spMkLst>
        </pc:spChg>
        <pc:spChg chg="add del mod">
          <ac:chgData name="Nazmul Hossain" userId="1e46773c68c5a226" providerId="LiveId" clId="{A111BC62-1912-4C5A-A1A6-3D743FEDF18D}" dt="2023-02-04T18:58:38.394" v="1497"/>
          <ac:spMkLst>
            <pc:docMk/>
            <pc:sldMk cId="4158373271" sldId="265"/>
            <ac:spMk id="22" creationId="{B6D570C3-1C43-4DD4-AF66-7DE14142806D}"/>
          </ac:spMkLst>
        </pc:spChg>
        <pc:spChg chg="add del mod">
          <ac:chgData name="Nazmul Hossain" userId="1e46773c68c5a226" providerId="LiveId" clId="{A111BC62-1912-4C5A-A1A6-3D743FEDF18D}" dt="2023-02-04T18:59:03.014" v="1507"/>
          <ac:spMkLst>
            <pc:docMk/>
            <pc:sldMk cId="4158373271" sldId="265"/>
            <ac:spMk id="30" creationId="{3A9A96DF-322C-4E91-88E9-B3C1847AB183}"/>
          </ac:spMkLst>
        </pc:spChg>
        <pc:spChg chg="add mod">
          <ac:chgData name="Nazmul Hossain" userId="1e46773c68c5a226" providerId="LiveId" clId="{A111BC62-1912-4C5A-A1A6-3D743FEDF18D}" dt="2023-02-04T18:59:21.965" v="1508"/>
          <ac:spMkLst>
            <pc:docMk/>
            <pc:sldMk cId="4158373271" sldId="265"/>
            <ac:spMk id="39" creationId="{CA4E9F7C-F80E-451C-88AC-6CA27EBB32AC}"/>
          </ac:spMkLst>
        </pc:spChg>
        <pc:spChg chg="add mod">
          <ac:chgData name="Nazmul Hossain" userId="1e46773c68c5a226" providerId="LiveId" clId="{A111BC62-1912-4C5A-A1A6-3D743FEDF18D}" dt="2023-02-04T19:00:22.804" v="1513" actId="207"/>
          <ac:spMkLst>
            <pc:docMk/>
            <pc:sldMk cId="4158373271" sldId="265"/>
            <ac:spMk id="41" creationId="{F4853C58-9024-440C-B8AC-4D9B4B0B0E09}"/>
          </ac:spMkLst>
        </pc:spChg>
        <pc:spChg chg="add mod">
          <ac:chgData name="Nazmul Hossain" userId="1e46773c68c5a226" providerId="LiveId" clId="{A111BC62-1912-4C5A-A1A6-3D743FEDF18D}" dt="2023-02-04T19:00:22.804" v="1513" actId="207"/>
          <ac:spMkLst>
            <pc:docMk/>
            <pc:sldMk cId="4158373271" sldId="265"/>
            <ac:spMk id="42" creationId="{854E64A4-DA2B-4863-941D-229A98303FF7}"/>
          </ac:spMkLst>
        </pc:spChg>
        <pc:spChg chg="add mod">
          <ac:chgData name="Nazmul Hossain" userId="1e46773c68c5a226" providerId="LiveId" clId="{A111BC62-1912-4C5A-A1A6-3D743FEDF18D}" dt="2023-02-04T19:00:22.804" v="1513" actId="207"/>
          <ac:spMkLst>
            <pc:docMk/>
            <pc:sldMk cId="4158373271" sldId="265"/>
            <ac:spMk id="43" creationId="{C2270235-2CBC-4E6D-B6EA-CC81F6C3A5D8}"/>
          </ac:spMkLst>
        </pc:spChg>
        <pc:spChg chg="add mod">
          <ac:chgData name="Nazmul Hossain" userId="1e46773c68c5a226" providerId="LiveId" clId="{A111BC62-1912-4C5A-A1A6-3D743FEDF18D}" dt="2023-02-04T19:00:22.804" v="1513" actId="207"/>
          <ac:spMkLst>
            <pc:docMk/>
            <pc:sldMk cId="4158373271" sldId="265"/>
            <ac:spMk id="44" creationId="{7D21485C-E8B3-451F-8CAF-BC4B806B3984}"/>
          </ac:spMkLst>
        </pc:spChg>
        <pc:spChg chg="add mod">
          <ac:chgData name="Nazmul Hossain" userId="1e46773c68c5a226" providerId="LiveId" clId="{A111BC62-1912-4C5A-A1A6-3D743FEDF18D}" dt="2023-02-04T19:00:22.804" v="1513" actId="207"/>
          <ac:spMkLst>
            <pc:docMk/>
            <pc:sldMk cId="4158373271" sldId="265"/>
            <ac:spMk id="45" creationId="{B10A31E5-CB59-49C6-9853-948F364FEE6E}"/>
          </ac:spMkLst>
        </pc:spChg>
        <pc:spChg chg="add mod">
          <ac:chgData name="Nazmul Hossain" userId="1e46773c68c5a226" providerId="LiveId" clId="{A111BC62-1912-4C5A-A1A6-3D743FEDF18D}" dt="2023-02-04T19:09:23.656" v="1579" actId="1076"/>
          <ac:spMkLst>
            <pc:docMk/>
            <pc:sldMk cId="4158373271" sldId="265"/>
            <ac:spMk id="46" creationId="{0588CD98-3180-4178-95C8-EAE4948B73C4}"/>
          </ac:spMkLst>
        </pc:spChg>
        <pc:spChg chg="add del mod">
          <ac:chgData name="Nazmul Hossain" userId="1e46773c68c5a226" providerId="LiveId" clId="{A111BC62-1912-4C5A-A1A6-3D743FEDF18D}" dt="2023-02-04T19:00:33.085" v="1514" actId="478"/>
          <ac:spMkLst>
            <pc:docMk/>
            <pc:sldMk cId="4158373271" sldId="265"/>
            <ac:spMk id="47" creationId="{434AFBEF-511C-4A2D-B114-0FF26349A57F}"/>
          </ac:spMkLst>
        </pc:spChg>
        <pc:spChg chg="add del mod">
          <ac:chgData name="Nazmul Hossain" userId="1e46773c68c5a226" providerId="LiveId" clId="{A111BC62-1912-4C5A-A1A6-3D743FEDF18D}" dt="2023-02-04T19:00:37.915" v="1515" actId="478"/>
          <ac:spMkLst>
            <pc:docMk/>
            <pc:sldMk cId="4158373271" sldId="265"/>
            <ac:spMk id="48" creationId="{9DAA97C9-D951-4F7E-80F2-DCFC793B07E9}"/>
          </ac:spMkLst>
        </pc:spChg>
        <pc:spChg chg="add del mod">
          <ac:chgData name="Nazmul Hossain" userId="1e46773c68c5a226" providerId="LiveId" clId="{A111BC62-1912-4C5A-A1A6-3D743FEDF18D}" dt="2023-02-04T19:00:40.636" v="1516" actId="478"/>
          <ac:spMkLst>
            <pc:docMk/>
            <pc:sldMk cId="4158373271" sldId="265"/>
            <ac:spMk id="49" creationId="{F71D4B36-4572-4E4C-9F12-2FC9665F0D8D}"/>
          </ac:spMkLst>
        </pc:spChg>
        <pc:spChg chg="add del mod">
          <ac:chgData name="Nazmul Hossain" userId="1e46773c68c5a226" providerId="LiveId" clId="{A111BC62-1912-4C5A-A1A6-3D743FEDF18D}" dt="2023-02-04T19:00:43.922" v="1517" actId="478"/>
          <ac:spMkLst>
            <pc:docMk/>
            <pc:sldMk cId="4158373271" sldId="265"/>
            <ac:spMk id="50" creationId="{9B02522B-3CFF-433D-8A79-8A67D4267905}"/>
          </ac:spMkLst>
        </pc:spChg>
        <pc:spChg chg="add del mod">
          <ac:chgData name="Nazmul Hossain" userId="1e46773c68c5a226" providerId="LiveId" clId="{A111BC62-1912-4C5A-A1A6-3D743FEDF18D}" dt="2023-02-04T19:09:08.055" v="1575" actId="478"/>
          <ac:spMkLst>
            <pc:docMk/>
            <pc:sldMk cId="4158373271" sldId="265"/>
            <ac:spMk id="51" creationId="{50095760-232C-444C-A390-25AD3772CF28}"/>
          </ac:spMkLst>
        </pc:spChg>
        <pc:spChg chg="add mod">
          <ac:chgData name="Nazmul Hossain" userId="1e46773c68c5a226" providerId="LiveId" clId="{A111BC62-1912-4C5A-A1A6-3D743FEDF18D}" dt="2023-02-04T19:06:54.043" v="1552" actId="1076"/>
          <ac:spMkLst>
            <pc:docMk/>
            <pc:sldMk cId="4158373271" sldId="265"/>
            <ac:spMk id="52" creationId="{D4FF345D-6178-4CA6-9F54-A15B1269537F}"/>
          </ac:spMkLst>
        </pc:spChg>
        <pc:spChg chg="add del mod">
          <ac:chgData name="Nazmul Hossain" userId="1e46773c68c5a226" providerId="LiveId" clId="{A111BC62-1912-4C5A-A1A6-3D743FEDF18D}" dt="2023-02-04T19:02:28.443" v="1527"/>
          <ac:spMkLst>
            <pc:docMk/>
            <pc:sldMk cId="4158373271" sldId="265"/>
            <ac:spMk id="53" creationId="{E13DE300-BC4A-4370-B28E-C9A7E05DB09F}"/>
          </ac:spMkLst>
        </pc:spChg>
        <pc:spChg chg="add mod">
          <ac:chgData name="Nazmul Hossain" userId="1e46773c68c5a226" providerId="LiveId" clId="{A111BC62-1912-4C5A-A1A6-3D743FEDF18D}" dt="2023-02-04T19:07:25.626" v="1558" actId="1076"/>
          <ac:spMkLst>
            <pc:docMk/>
            <pc:sldMk cId="4158373271" sldId="265"/>
            <ac:spMk id="54" creationId="{53286A1D-E421-4318-853E-0FECAC8B6CC6}"/>
          </ac:spMkLst>
        </pc:spChg>
        <pc:spChg chg="add mod">
          <ac:chgData name="Nazmul Hossain" userId="1e46773c68c5a226" providerId="LiveId" clId="{A111BC62-1912-4C5A-A1A6-3D743FEDF18D}" dt="2023-02-04T19:07:19.883" v="1557" actId="1076"/>
          <ac:spMkLst>
            <pc:docMk/>
            <pc:sldMk cId="4158373271" sldId="265"/>
            <ac:spMk id="55" creationId="{501DF236-F349-41DE-B8AE-272C8410E890}"/>
          </ac:spMkLst>
        </pc:spChg>
        <pc:spChg chg="add mod">
          <ac:chgData name="Nazmul Hossain" userId="1e46773c68c5a226" providerId="LiveId" clId="{A111BC62-1912-4C5A-A1A6-3D743FEDF18D}" dt="2023-02-04T19:17:08.475" v="1613" actId="113"/>
          <ac:spMkLst>
            <pc:docMk/>
            <pc:sldMk cId="4158373271" sldId="265"/>
            <ac:spMk id="56" creationId="{E869A59C-51C6-437E-A5B1-A018BEA59FEA}"/>
          </ac:spMkLst>
        </pc:spChg>
        <pc:spChg chg="add mod">
          <ac:chgData name="Nazmul Hossain" userId="1e46773c68c5a226" providerId="LiveId" clId="{A111BC62-1912-4C5A-A1A6-3D743FEDF18D}" dt="2023-02-04T19:07:12.262" v="1555" actId="1076"/>
          <ac:spMkLst>
            <pc:docMk/>
            <pc:sldMk cId="4158373271" sldId="265"/>
            <ac:spMk id="57" creationId="{5EDDEA5B-2A60-4F0B-B67A-71FA8B3A309C}"/>
          </ac:spMkLst>
        </pc:spChg>
        <pc:spChg chg="add mod">
          <ac:chgData name="Nazmul Hossain" userId="1e46773c68c5a226" providerId="LiveId" clId="{A111BC62-1912-4C5A-A1A6-3D743FEDF18D}" dt="2023-02-04T19:07:06.226" v="1554" actId="1076"/>
          <ac:spMkLst>
            <pc:docMk/>
            <pc:sldMk cId="4158373271" sldId="265"/>
            <ac:spMk id="58" creationId="{BE5B14F6-5DEC-4028-90DD-1F2FD0881810}"/>
          </ac:spMkLst>
        </pc:spChg>
        <pc:grpChg chg="add del mod">
          <ac:chgData name="Nazmul Hossain" userId="1e46773c68c5a226" providerId="LiveId" clId="{A111BC62-1912-4C5A-A1A6-3D743FEDF18D}" dt="2023-02-04T18:58:48.011" v="1503" actId="478"/>
          <ac:grpSpMkLst>
            <pc:docMk/>
            <pc:sldMk cId="4158373271" sldId="265"/>
            <ac:grpSpMk id="2" creationId="{2B130E4E-2EAF-492B-8AA6-632FCDC5AAA7}"/>
          </ac:grpSpMkLst>
        </pc:grpChg>
        <pc:grpChg chg="add del mod">
          <ac:chgData name="Nazmul Hossain" userId="1e46773c68c5a226" providerId="LiveId" clId="{A111BC62-1912-4C5A-A1A6-3D743FEDF18D}" dt="2023-02-04T18:57:23.400" v="1495"/>
          <ac:grpSpMkLst>
            <pc:docMk/>
            <pc:sldMk cId="4158373271" sldId="265"/>
            <ac:grpSpMk id="9" creationId="{D609EF81-A04E-400A-A460-80D57E1AB3E9}"/>
          </ac:grpSpMkLst>
        </pc:grpChg>
        <pc:grpChg chg="add del mod">
          <ac:chgData name="Nazmul Hossain" userId="1e46773c68c5a226" providerId="LiveId" clId="{A111BC62-1912-4C5A-A1A6-3D743FEDF18D}" dt="2023-02-04T18:58:38.394" v="1497"/>
          <ac:grpSpMkLst>
            <pc:docMk/>
            <pc:sldMk cId="4158373271" sldId="265"/>
            <ac:grpSpMk id="16" creationId="{BC4C92E8-F27D-486F-ABA5-7DCB3A8FB7B7}"/>
          </ac:grpSpMkLst>
        </pc:grpChg>
        <pc:grpChg chg="add del mod">
          <ac:chgData name="Nazmul Hossain" userId="1e46773c68c5a226" providerId="LiveId" clId="{A111BC62-1912-4C5A-A1A6-3D743FEDF18D}" dt="2023-02-04T18:59:03.014" v="1507"/>
          <ac:grpSpMkLst>
            <pc:docMk/>
            <pc:sldMk cId="4158373271" sldId="265"/>
            <ac:grpSpMk id="25" creationId="{785FE86C-270B-4808-B4F5-90122472C589}"/>
          </ac:grpSpMkLst>
        </pc:grpChg>
        <pc:grpChg chg="add mod">
          <ac:chgData name="Nazmul Hossain" userId="1e46773c68c5a226" providerId="LiveId" clId="{A111BC62-1912-4C5A-A1A6-3D743FEDF18D}" dt="2023-02-04T18:59:21.965" v="1508"/>
          <ac:grpSpMkLst>
            <pc:docMk/>
            <pc:sldMk cId="4158373271" sldId="265"/>
            <ac:grpSpMk id="32" creationId="{55C1949D-1756-41A6-B2D4-A54760A1DF2B}"/>
          </ac:grpSpMkLst>
        </pc:grpChg>
        <pc:picChg chg="mod">
          <ac:chgData name="Nazmul Hossain" userId="1e46773c68c5a226" providerId="LiveId" clId="{A111BC62-1912-4C5A-A1A6-3D743FEDF18D}" dt="2023-02-04T18:56:40.945" v="1490"/>
          <ac:picMkLst>
            <pc:docMk/>
            <pc:sldMk cId="4158373271" sldId="265"/>
            <ac:picMk id="3" creationId="{64DE85EC-A36D-4564-820D-E9D5F8FF8ACB}"/>
          </ac:picMkLst>
        </pc:picChg>
        <pc:picChg chg="mod">
          <ac:chgData name="Nazmul Hossain" userId="1e46773c68c5a226" providerId="LiveId" clId="{A111BC62-1912-4C5A-A1A6-3D743FEDF18D}" dt="2023-02-04T18:56:40.945" v="1490"/>
          <ac:picMkLst>
            <pc:docMk/>
            <pc:sldMk cId="4158373271" sldId="265"/>
            <ac:picMk id="4" creationId="{3CC55C82-96BE-4115-A44E-6B6C8B02A639}"/>
          </ac:picMkLst>
        </pc:picChg>
        <pc:picChg chg="add del mod">
          <ac:chgData name="Nazmul Hossain" userId="1e46773c68c5a226" providerId="LiveId" clId="{A111BC62-1912-4C5A-A1A6-3D743FEDF18D}" dt="2023-02-04T18:58:49.208" v="1505" actId="478"/>
          <ac:picMkLst>
            <pc:docMk/>
            <pc:sldMk cId="4158373271" sldId="265"/>
            <ac:picMk id="5" creationId="{CB2E3A67-6BD0-455D-9E81-AAA7A40F2D5E}"/>
          </ac:picMkLst>
        </pc:picChg>
        <pc:picChg chg="add del mod">
          <ac:chgData name="Nazmul Hossain" userId="1e46773c68c5a226" providerId="LiveId" clId="{A111BC62-1912-4C5A-A1A6-3D743FEDF18D}" dt="2023-02-04T18:58:48.242" v="1504" actId="478"/>
          <ac:picMkLst>
            <pc:docMk/>
            <pc:sldMk cId="4158373271" sldId="265"/>
            <ac:picMk id="6" creationId="{CAB18519-6993-4E2D-94FA-A42AB1359D53}"/>
          </ac:picMkLst>
        </pc:picChg>
        <pc:picChg chg="add del mod">
          <ac:chgData name="Nazmul Hossain" userId="1e46773c68c5a226" providerId="LiveId" clId="{A111BC62-1912-4C5A-A1A6-3D743FEDF18D}" dt="2023-02-04T18:58:48.011" v="1503" actId="478"/>
          <ac:picMkLst>
            <pc:docMk/>
            <pc:sldMk cId="4158373271" sldId="265"/>
            <ac:picMk id="8" creationId="{07A66F66-69E4-430B-818B-6EEB332CBFBB}"/>
          </ac:picMkLst>
        </pc:picChg>
        <pc:picChg chg="mod">
          <ac:chgData name="Nazmul Hossain" userId="1e46773c68c5a226" providerId="LiveId" clId="{A111BC62-1912-4C5A-A1A6-3D743FEDF18D}" dt="2023-02-04T18:57:20.548" v="1494"/>
          <ac:picMkLst>
            <pc:docMk/>
            <pc:sldMk cId="4158373271" sldId="265"/>
            <ac:picMk id="10" creationId="{8CF0A92F-72C5-407B-9195-D745E6530867}"/>
          </ac:picMkLst>
        </pc:picChg>
        <pc:picChg chg="mod">
          <ac:chgData name="Nazmul Hossain" userId="1e46773c68c5a226" providerId="LiveId" clId="{A111BC62-1912-4C5A-A1A6-3D743FEDF18D}" dt="2023-02-04T18:57:20.548" v="1494"/>
          <ac:picMkLst>
            <pc:docMk/>
            <pc:sldMk cId="4158373271" sldId="265"/>
            <ac:picMk id="11" creationId="{3B53660D-1DD5-4702-B884-0D01CAAFF463}"/>
          </ac:picMkLst>
        </pc:picChg>
        <pc:picChg chg="add del mod">
          <ac:chgData name="Nazmul Hossain" userId="1e46773c68c5a226" providerId="LiveId" clId="{A111BC62-1912-4C5A-A1A6-3D743FEDF18D}" dt="2023-02-04T18:57:23.400" v="1495"/>
          <ac:picMkLst>
            <pc:docMk/>
            <pc:sldMk cId="4158373271" sldId="265"/>
            <ac:picMk id="12" creationId="{C7C9D6BD-C38B-4F3E-B916-059676682AC2}"/>
          </ac:picMkLst>
        </pc:picChg>
        <pc:picChg chg="add del mod">
          <ac:chgData name="Nazmul Hossain" userId="1e46773c68c5a226" providerId="LiveId" clId="{A111BC62-1912-4C5A-A1A6-3D743FEDF18D}" dt="2023-02-04T18:57:23.400" v="1495"/>
          <ac:picMkLst>
            <pc:docMk/>
            <pc:sldMk cId="4158373271" sldId="265"/>
            <ac:picMk id="13" creationId="{516B20A8-62FD-4B0F-BA2C-35EDFB48971E}"/>
          </ac:picMkLst>
        </pc:picChg>
        <pc:picChg chg="add del mod">
          <ac:chgData name="Nazmul Hossain" userId="1e46773c68c5a226" providerId="LiveId" clId="{A111BC62-1912-4C5A-A1A6-3D743FEDF18D}" dt="2023-02-04T18:57:23.400" v="1495"/>
          <ac:picMkLst>
            <pc:docMk/>
            <pc:sldMk cId="4158373271" sldId="265"/>
            <ac:picMk id="15" creationId="{1702F210-5D1E-4604-9140-179DA6578626}"/>
          </ac:picMkLst>
        </pc:picChg>
        <pc:picChg chg="mod">
          <ac:chgData name="Nazmul Hossain" userId="1e46773c68c5a226" providerId="LiveId" clId="{A111BC62-1912-4C5A-A1A6-3D743FEDF18D}" dt="2023-02-04T18:57:43.408" v="1496"/>
          <ac:picMkLst>
            <pc:docMk/>
            <pc:sldMk cId="4158373271" sldId="265"/>
            <ac:picMk id="17" creationId="{1ADE4ADE-AD1B-44FA-9EF5-0E50562CA967}"/>
          </ac:picMkLst>
        </pc:picChg>
        <pc:picChg chg="mod">
          <ac:chgData name="Nazmul Hossain" userId="1e46773c68c5a226" providerId="LiveId" clId="{A111BC62-1912-4C5A-A1A6-3D743FEDF18D}" dt="2023-02-04T18:57:43.408" v="1496"/>
          <ac:picMkLst>
            <pc:docMk/>
            <pc:sldMk cId="4158373271" sldId="265"/>
            <ac:picMk id="18" creationId="{1ED0C255-C8F7-43D4-9C6A-E51C8CA8288C}"/>
          </ac:picMkLst>
        </pc:picChg>
        <pc:picChg chg="add del mod">
          <ac:chgData name="Nazmul Hossain" userId="1e46773c68c5a226" providerId="LiveId" clId="{A111BC62-1912-4C5A-A1A6-3D743FEDF18D}" dt="2023-02-04T18:58:38.394" v="1497"/>
          <ac:picMkLst>
            <pc:docMk/>
            <pc:sldMk cId="4158373271" sldId="265"/>
            <ac:picMk id="19" creationId="{E95F7AF3-2366-4959-9154-E8E0732AFF3A}"/>
          </ac:picMkLst>
        </pc:picChg>
        <pc:picChg chg="add del mod">
          <ac:chgData name="Nazmul Hossain" userId="1e46773c68c5a226" providerId="LiveId" clId="{A111BC62-1912-4C5A-A1A6-3D743FEDF18D}" dt="2023-02-04T18:58:38.394" v="1497"/>
          <ac:picMkLst>
            <pc:docMk/>
            <pc:sldMk cId="4158373271" sldId="265"/>
            <ac:picMk id="20" creationId="{36D44D82-0F0B-46E4-8FC7-F7EA6C0173D0}"/>
          </ac:picMkLst>
        </pc:picChg>
        <pc:picChg chg="add del mod">
          <ac:chgData name="Nazmul Hossain" userId="1e46773c68c5a226" providerId="LiveId" clId="{A111BC62-1912-4C5A-A1A6-3D743FEDF18D}" dt="2023-02-04T18:58:38.394" v="1497"/>
          <ac:picMkLst>
            <pc:docMk/>
            <pc:sldMk cId="4158373271" sldId="265"/>
            <ac:picMk id="21" creationId="{F7E1C6AE-D5B1-43C8-843E-2ED6D14DD65C}"/>
          </ac:picMkLst>
        </pc:picChg>
        <pc:picChg chg="add del mod">
          <ac:chgData name="Nazmul Hossain" userId="1e46773c68c5a226" providerId="LiveId" clId="{A111BC62-1912-4C5A-A1A6-3D743FEDF18D}" dt="2023-02-04T18:58:38.394" v="1497"/>
          <ac:picMkLst>
            <pc:docMk/>
            <pc:sldMk cId="4158373271" sldId="265"/>
            <ac:picMk id="23" creationId="{4272B96E-5DF6-470C-BC36-199231540AD1}"/>
          </ac:picMkLst>
        </pc:picChg>
        <pc:picChg chg="add del">
          <ac:chgData name="Nazmul Hossain" userId="1e46773c68c5a226" providerId="LiveId" clId="{A111BC62-1912-4C5A-A1A6-3D743FEDF18D}" dt="2023-02-04T18:58:41.026" v="1499"/>
          <ac:picMkLst>
            <pc:docMk/>
            <pc:sldMk cId="4158373271" sldId="265"/>
            <ac:picMk id="24" creationId="{F11D7B2A-9D2F-4CBF-A070-E8D0126B7C32}"/>
          </ac:picMkLst>
        </pc:picChg>
        <pc:picChg chg="mod">
          <ac:chgData name="Nazmul Hossain" userId="1e46773c68c5a226" providerId="LiveId" clId="{A111BC62-1912-4C5A-A1A6-3D743FEDF18D}" dt="2023-02-04T18:59:01.325" v="1506"/>
          <ac:picMkLst>
            <pc:docMk/>
            <pc:sldMk cId="4158373271" sldId="265"/>
            <ac:picMk id="26" creationId="{6B5A87E5-4469-46DB-AE84-EFB725C0EA23}"/>
          </ac:picMkLst>
        </pc:picChg>
        <pc:picChg chg="mod">
          <ac:chgData name="Nazmul Hossain" userId="1e46773c68c5a226" providerId="LiveId" clId="{A111BC62-1912-4C5A-A1A6-3D743FEDF18D}" dt="2023-02-04T18:59:01.325" v="1506"/>
          <ac:picMkLst>
            <pc:docMk/>
            <pc:sldMk cId="4158373271" sldId="265"/>
            <ac:picMk id="27" creationId="{905002DE-6408-4C83-BA0A-888C810C7226}"/>
          </ac:picMkLst>
        </pc:picChg>
        <pc:picChg chg="add del mod">
          <ac:chgData name="Nazmul Hossain" userId="1e46773c68c5a226" providerId="LiveId" clId="{A111BC62-1912-4C5A-A1A6-3D743FEDF18D}" dt="2023-02-04T18:59:03.014" v="1507"/>
          <ac:picMkLst>
            <pc:docMk/>
            <pc:sldMk cId="4158373271" sldId="265"/>
            <ac:picMk id="28" creationId="{5DA7267C-351F-4EA6-AEE2-52A373344FD5}"/>
          </ac:picMkLst>
        </pc:picChg>
        <pc:picChg chg="add del mod">
          <ac:chgData name="Nazmul Hossain" userId="1e46773c68c5a226" providerId="LiveId" clId="{A111BC62-1912-4C5A-A1A6-3D743FEDF18D}" dt="2023-02-04T18:59:03.014" v="1507"/>
          <ac:picMkLst>
            <pc:docMk/>
            <pc:sldMk cId="4158373271" sldId="265"/>
            <ac:picMk id="29" creationId="{160F4898-8DC5-420C-A69C-D184B711FFAE}"/>
          </ac:picMkLst>
        </pc:picChg>
        <pc:picChg chg="add del mod">
          <ac:chgData name="Nazmul Hossain" userId="1e46773c68c5a226" providerId="LiveId" clId="{A111BC62-1912-4C5A-A1A6-3D743FEDF18D}" dt="2023-02-04T18:59:03.014" v="1507"/>
          <ac:picMkLst>
            <pc:docMk/>
            <pc:sldMk cId="4158373271" sldId="265"/>
            <ac:picMk id="31" creationId="{8097743B-D015-43BF-8751-1D983196E559}"/>
          </ac:picMkLst>
        </pc:picChg>
        <pc:picChg chg="mod">
          <ac:chgData name="Nazmul Hossain" userId="1e46773c68c5a226" providerId="LiveId" clId="{A111BC62-1912-4C5A-A1A6-3D743FEDF18D}" dt="2023-02-04T18:59:21.965" v="1508"/>
          <ac:picMkLst>
            <pc:docMk/>
            <pc:sldMk cId="4158373271" sldId="265"/>
            <ac:picMk id="33" creationId="{D3CF7836-8561-4477-906C-ED4DADA7D33B}"/>
          </ac:picMkLst>
        </pc:picChg>
        <pc:picChg chg="mod">
          <ac:chgData name="Nazmul Hossain" userId="1e46773c68c5a226" providerId="LiveId" clId="{A111BC62-1912-4C5A-A1A6-3D743FEDF18D}" dt="2023-02-04T18:59:21.965" v="1508"/>
          <ac:picMkLst>
            <pc:docMk/>
            <pc:sldMk cId="4158373271" sldId="265"/>
            <ac:picMk id="34" creationId="{13F06EEF-874E-4F35-A6B0-FE4B0998587F}"/>
          </ac:picMkLst>
        </pc:picChg>
        <pc:picChg chg="add mod">
          <ac:chgData name="Nazmul Hossain" userId="1e46773c68c5a226" providerId="LiveId" clId="{A111BC62-1912-4C5A-A1A6-3D743FEDF18D}" dt="2023-02-04T19:10:30.053" v="1587" actId="1036"/>
          <ac:picMkLst>
            <pc:docMk/>
            <pc:sldMk cId="4158373271" sldId="265"/>
            <ac:picMk id="35" creationId="{F96D8C23-D334-4772-9B1D-3E84DE211688}"/>
          </ac:picMkLst>
        </pc:picChg>
        <pc:picChg chg="add mod">
          <ac:chgData name="Nazmul Hossain" userId="1e46773c68c5a226" providerId="LiveId" clId="{A111BC62-1912-4C5A-A1A6-3D743FEDF18D}" dt="2023-02-04T18:59:21.965" v="1508"/>
          <ac:picMkLst>
            <pc:docMk/>
            <pc:sldMk cId="4158373271" sldId="265"/>
            <ac:picMk id="36" creationId="{9C9D6845-9597-4FE6-82F6-C86E11616566}"/>
          </ac:picMkLst>
        </pc:picChg>
        <pc:picChg chg="add mod">
          <ac:chgData name="Nazmul Hossain" userId="1e46773c68c5a226" providerId="LiveId" clId="{A111BC62-1912-4C5A-A1A6-3D743FEDF18D}" dt="2023-02-04T19:11:20.138" v="1593" actId="1076"/>
          <ac:picMkLst>
            <pc:docMk/>
            <pc:sldMk cId="4158373271" sldId="265"/>
            <ac:picMk id="37" creationId="{5A1CC9F7-6ED0-464C-9365-3DA57C52EC38}"/>
          </ac:picMkLst>
        </pc:picChg>
        <pc:picChg chg="add mod">
          <ac:chgData name="Nazmul Hossain" userId="1e46773c68c5a226" providerId="LiveId" clId="{A111BC62-1912-4C5A-A1A6-3D743FEDF18D}" dt="2023-02-04T18:59:21.965" v="1508"/>
          <ac:picMkLst>
            <pc:docMk/>
            <pc:sldMk cId="4158373271" sldId="265"/>
            <ac:picMk id="38" creationId="{96136C72-8A1A-48E8-8371-CBCCD4CAE8F4}"/>
          </ac:picMkLst>
        </pc:picChg>
        <pc:picChg chg="add mod">
          <ac:chgData name="Nazmul Hossain" userId="1e46773c68c5a226" providerId="LiveId" clId="{A111BC62-1912-4C5A-A1A6-3D743FEDF18D}" dt="2023-02-04T18:59:21.965" v="1508"/>
          <ac:picMkLst>
            <pc:docMk/>
            <pc:sldMk cId="4158373271" sldId="265"/>
            <ac:picMk id="40" creationId="{E4B75E4D-F63A-45D8-BECD-CA6D84251A20}"/>
          </ac:picMkLst>
        </pc:picChg>
      </pc:sldChg>
      <pc:sldChg chg="addSp modSp new mod modTransition setBg modAnim">
        <pc:chgData name="Nazmul Hossain" userId="1e46773c68c5a226" providerId="LiveId" clId="{A111BC62-1912-4C5A-A1A6-3D743FEDF18D}" dt="2023-02-04T20:18:07.397" v="2183"/>
        <pc:sldMkLst>
          <pc:docMk/>
          <pc:sldMk cId="1927302767" sldId="266"/>
        </pc:sldMkLst>
        <pc:spChg chg="add mod">
          <ac:chgData name="Nazmul Hossain" userId="1e46773c68c5a226" providerId="LiveId" clId="{A111BC62-1912-4C5A-A1A6-3D743FEDF18D}" dt="2023-02-04T19:25:15.462" v="1653" actId="1076"/>
          <ac:spMkLst>
            <pc:docMk/>
            <pc:sldMk cId="1927302767" sldId="266"/>
            <ac:spMk id="2" creationId="{CD6174E4-C868-4F2D-BBFB-C68ED64340F6}"/>
          </ac:spMkLst>
        </pc:spChg>
        <pc:spChg chg="add mod">
          <ac:chgData name="Nazmul Hossain" userId="1e46773c68c5a226" providerId="LiveId" clId="{A111BC62-1912-4C5A-A1A6-3D743FEDF18D}" dt="2023-02-04T19:25:04.062" v="1649" actId="688"/>
          <ac:spMkLst>
            <pc:docMk/>
            <pc:sldMk cId="1927302767" sldId="266"/>
            <ac:spMk id="3" creationId="{C37FE7CD-55CA-4205-9543-F562F0E46A4B}"/>
          </ac:spMkLst>
        </pc:spChg>
      </pc:sldChg>
      <pc:sldChg chg="addSp delSp modSp new mod ord modTransition setBg">
        <pc:chgData name="Nazmul Hossain" userId="1e46773c68c5a226" providerId="LiveId" clId="{A111BC62-1912-4C5A-A1A6-3D743FEDF18D}" dt="2023-02-04T20:18:02.249" v="2182"/>
        <pc:sldMkLst>
          <pc:docMk/>
          <pc:sldMk cId="3764962414" sldId="267"/>
        </pc:sldMkLst>
        <pc:spChg chg="add del mod">
          <ac:chgData name="Nazmul Hossain" userId="1e46773c68c5a226" providerId="LiveId" clId="{A111BC62-1912-4C5A-A1A6-3D743FEDF18D}" dt="2023-02-04T19:30:53.174" v="1674" actId="478"/>
          <ac:spMkLst>
            <pc:docMk/>
            <pc:sldMk cId="3764962414" sldId="267"/>
            <ac:spMk id="2" creationId="{315F7782-B9EA-4165-B44D-F0B86554707A}"/>
          </ac:spMkLst>
        </pc:spChg>
        <pc:spChg chg="add mod">
          <ac:chgData name="Nazmul Hossain" userId="1e46773c68c5a226" providerId="LiveId" clId="{A111BC62-1912-4C5A-A1A6-3D743FEDF18D}" dt="2023-02-04T19:34:38.339" v="1773" actId="1076"/>
          <ac:spMkLst>
            <pc:docMk/>
            <pc:sldMk cId="3764962414" sldId="267"/>
            <ac:spMk id="3" creationId="{CDFF9C1E-63AA-4CBC-99D0-D0C9E0A81475}"/>
          </ac:spMkLst>
        </pc:spChg>
        <pc:spChg chg="add del mod">
          <ac:chgData name="Nazmul Hossain" userId="1e46773c68c5a226" providerId="LiveId" clId="{A111BC62-1912-4C5A-A1A6-3D743FEDF18D}" dt="2023-02-04T19:34:42.090" v="1775"/>
          <ac:spMkLst>
            <pc:docMk/>
            <pc:sldMk cId="3764962414" sldId="267"/>
            <ac:spMk id="4" creationId="{607D8126-2A51-4EFE-A095-4DDD939CB8AE}"/>
          </ac:spMkLst>
        </pc:spChg>
        <pc:spChg chg="add mod">
          <ac:chgData name="Nazmul Hossain" userId="1e46773c68c5a226" providerId="LiveId" clId="{A111BC62-1912-4C5A-A1A6-3D743FEDF18D}" dt="2023-02-04T19:34:13.657" v="1768" actId="1076"/>
          <ac:spMkLst>
            <pc:docMk/>
            <pc:sldMk cId="3764962414" sldId="267"/>
            <ac:spMk id="5" creationId="{1DC9C235-E903-4C21-B7F7-60603C415343}"/>
          </ac:spMkLst>
        </pc:spChg>
        <pc:spChg chg="add mod">
          <ac:chgData name="Nazmul Hossain" userId="1e46773c68c5a226" providerId="LiveId" clId="{A111BC62-1912-4C5A-A1A6-3D743FEDF18D}" dt="2023-02-04T19:34:23.871" v="1769" actId="1076"/>
          <ac:spMkLst>
            <pc:docMk/>
            <pc:sldMk cId="3764962414" sldId="267"/>
            <ac:spMk id="6" creationId="{92356AD1-9F3D-403C-963D-0DAB0C86D4E2}"/>
          </ac:spMkLst>
        </pc:spChg>
      </pc:sldChg>
      <pc:sldChg chg="add modTransition modAnim">
        <pc:chgData name="Nazmul Hossain" userId="1e46773c68c5a226" providerId="LiveId" clId="{A111BC62-1912-4C5A-A1A6-3D743FEDF18D}" dt="2023-02-04T20:16:35.925" v="2170"/>
        <pc:sldMkLst>
          <pc:docMk/>
          <pc:sldMk cId="1035222392" sldId="268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4T20:22:14.848" idx="1">
    <p:pos x="10" y="10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9E9790-5A41-42B6-8904-3D3B469E8E2B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57CC775-6572-434B-93BA-8E0E5161796A}">
      <dgm:prSet phldrT="[Text]"/>
      <dgm:spPr/>
      <dgm:t>
        <a:bodyPr/>
        <a:lstStyle/>
        <a:p>
          <a:r>
            <a:rPr lang="en-US" b="1" i="0" u="none" dirty="0"/>
            <a:t>INTRODUCTION</a:t>
          </a:r>
          <a:endParaRPr lang="en-US" b="1" dirty="0"/>
        </a:p>
      </dgm:t>
    </dgm:pt>
    <dgm:pt modelId="{AFD220CE-56BD-4FAA-A083-2932057B593B}" type="parTrans" cxnId="{BB637B1E-4802-4DBB-8644-77FABE66A54D}">
      <dgm:prSet/>
      <dgm:spPr/>
      <dgm:t>
        <a:bodyPr/>
        <a:lstStyle/>
        <a:p>
          <a:endParaRPr lang="en-US"/>
        </a:p>
      </dgm:t>
    </dgm:pt>
    <dgm:pt modelId="{4F264A70-6670-4837-B55C-A2DE28623A8A}" type="sibTrans" cxnId="{BB637B1E-4802-4DBB-8644-77FABE66A54D}">
      <dgm:prSet/>
      <dgm:spPr/>
      <dgm:t>
        <a:bodyPr/>
        <a:lstStyle/>
        <a:p>
          <a:endParaRPr lang="en-US"/>
        </a:p>
      </dgm:t>
    </dgm:pt>
    <dgm:pt modelId="{9CF46A09-30AD-41B2-A421-715D585700CA}">
      <dgm:prSet phldrT="[Text]"/>
      <dgm:spPr/>
      <dgm:t>
        <a:bodyPr/>
        <a:lstStyle/>
        <a:p>
          <a:r>
            <a:rPr lang="en-US" b="1" i="0" u="none" dirty="0"/>
            <a:t>MALWARE</a:t>
          </a:r>
          <a:endParaRPr lang="en-US" b="1" dirty="0"/>
        </a:p>
      </dgm:t>
    </dgm:pt>
    <dgm:pt modelId="{9CDBAA76-2B15-4E3B-ADDB-9041185C18C8}" type="parTrans" cxnId="{6EFE6A0D-2170-47E7-A424-456102AC128C}">
      <dgm:prSet/>
      <dgm:spPr/>
      <dgm:t>
        <a:bodyPr/>
        <a:lstStyle/>
        <a:p>
          <a:endParaRPr lang="en-US"/>
        </a:p>
      </dgm:t>
    </dgm:pt>
    <dgm:pt modelId="{8701D090-CAD0-40D4-A7B9-C45CFCFB6AD0}" type="sibTrans" cxnId="{6EFE6A0D-2170-47E7-A424-456102AC128C}">
      <dgm:prSet/>
      <dgm:spPr/>
      <dgm:t>
        <a:bodyPr/>
        <a:lstStyle/>
        <a:p>
          <a:endParaRPr lang="en-US"/>
        </a:p>
      </dgm:t>
    </dgm:pt>
    <dgm:pt modelId="{69EDB3F2-2191-4028-B0A5-0933D285C925}">
      <dgm:prSet/>
      <dgm:spPr/>
      <dgm:t>
        <a:bodyPr/>
        <a:lstStyle/>
        <a:p>
          <a:endParaRPr lang="en-US" b="1" i="0" u="none" dirty="0"/>
        </a:p>
        <a:p>
          <a:r>
            <a:rPr lang="en-US" b="1" i="0" u="none" dirty="0"/>
            <a:t>STATISTICS</a:t>
          </a:r>
          <a:endParaRPr lang="en-US" b="1" dirty="0"/>
        </a:p>
        <a:p>
          <a:endParaRPr lang="en-US" dirty="0"/>
        </a:p>
      </dgm:t>
    </dgm:pt>
    <dgm:pt modelId="{08CB18CA-7FDE-400E-A6B2-150608C69FF7}" type="parTrans" cxnId="{C3738F6D-CDFB-447C-89EB-B6D6E650DFC0}">
      <dgm:prSet/>
      <dgm:spPr/>
      <dgm:t>
        <a:bodyPr/>
        <a:lstStyle/>
        <a:p>
          <a:endParaRPr lang="en-US"/>
        </a:p>
      </dgm:t>
    </dgm:pt>
    <dgm:pt modelId="{8D790BEC-05AA-4376-89B6-38C983490306}" type="sibTrans" cxnId="{C3738F6D-CDFB-447C-89EB-B6D6E650DFC0}">
      <dgm:prSet/>
      <dgm:spPr/>
      <dgm:t>
        <a:bodyPr/>
        <a:lstStyle/>
        <a:p>
          <a:endParaRPr lang="en-US"/>
        </a:p>
      </dgm:t>
    </dgm:pt>
    <dgm:pt modelId="{5C3CD75D-CD5F-4780-A534-974F8B92AE90}">
      <dgm:prSet/>
      <dgm:spPr/>
      <dgm:t>
        <a:bodyPr/>
        <a:lstStyle/>
        <a:p>
          <a:r>
            <a:rPr lang="en-US" b="1" dirty="0"/>
            <a:t>Law and Punishments</a:t>
          </a:r>
        </a:p>
      </dgm:t>
    </dgm:pt>
    <dgm:pt modelId="{188AF165-17EE-462F-9AC7-FA68247F9487}" type="parTrans" cxnId="{5123FCB4-5F36-4976-98E8-5C40291181BB}">
      <dgm:prSet/>
      <dgm:spPr/>
      <dgm:t>
        <a:bodyPr/>
        <a:lstStyle/>
        <a:p>
          <a:endParaRPr lang="en-US"/>
        </a:p>
      </dgm:t>
    </dgm:pt>
    <dgm:pt modelId="{F327F11D-F7B0-480D-97FA-297643FE3BA8}" type="sibTrans" cxnId="{5123FCB4-5F36-4976-98E8-5C40291181BB}">
      <dgm:prSet/>
      <dgm:spPr/>
      <dgm:t>
        <a:bodyPr/>
        <a:lstStyle/>
        <a:p>
          <a:endParaRPr lang="en-US"/>
        </a:p>
      </dgm:t>
    </dgm:pt>
    <dgm:pt modelId="{6A7E6764-3B80-4912-AC6A-B9D08CBC6032}">
      <dgm:prSet/>
      <dgm:spPr/>
      <dgm:t>
        <a:bodyPr/>
        <a:lstStyle/>
        <a:p>
          <a:r>
            <a:rPr lang="en-US" b="1" dirty="0"/>
            <a:t>Conclusion</a:t>
          </a:r>
        </a:p>
      </dgm:t>
    </dgm:pt>
    <dgm:pt modelId="{303732AF-6776-4BE0-8041-77CC894CC354}" type="parTrans" cxnId="{0C6C6D16-B4C4-4188-A16B-DB00A666C31A}">
      <dgm:prSet/>
      <dgm:spPr/>
      <dgm:t>
        <a:bodyPr/>
        <a:lstStyle/>
        <a:p>
          <a:endParaRPr lang="en-US"/>
        </a:p>
      </dgm:t>
    </dgm:pt>
    <dgm:pt modelId="{CC1B3768-A3CB-426C-9120-AF19B363EC56}" type="sibTrans" cxnId="{0C6C6D16-B4C4-4188-A16B-DB00A666C31A}">
      <dgm:prSet/>
      <dgm:spPr/>
      <dgm:t>
        <a:bodyPr/>
        <a:lstStyle/>
        <a:p>
          <a:endParaRPr lang="en-US"/>
        </a:p>
      </dgm:t>
    </dgm:pt>
    <dgm:pt modelId="{B5E151D0-8606-40DD-BF07-999430397034}" type="pres">
      <dgm:prSet presAssocID="{B59E9790-5A41-42B6-8904-3D3B469E8E2B}" presName="linear" presStyleCnt="0">
        <dgm:presLayoutVars>
          <dgm:dir/>
          <dgm:animLvl val="lvl"/>
          <dgm:resizeHandles val="exact"/>
        </dgm:presLayoutVars>
      </dgm:prSet>
      <dgm:spPr/>
    </dgm:pt>
    <dgm:pt modelId="{DE717F26-0CDF-4EA4-8A36-98C127E413B1}" type="pres">
      <dgm:prSet presAssocID="{F57CC775-6572-434B-93BA-8E0E5161796A}" presName="parentLin" presStyleCnt="0"/>
      <dgm:spPr/>
    </dgm:pt>
    <dgm:pt modelId="{03A7F48E-B7D6-4390-8FC9-F30D9ECAE7B5}" type="pres">
      <dgm:prSet presAssocID="{F57CC775-6572-434B-93BA-8E0E5161796A}" presName="parentLeftMargin" presStyleLbl="node1" presStyleIdx="0" presStyleCnt="5"/>
      <dgm:spPr/>
    </dgm:pt>
    <dgm:pt modelId="{EC7D29CD-1DA0-4A1D-96A8-018C34796FA3}" type="pres">
      <dgm:prSet presAssocID="{F57CC775-6572-434B-93BA-8E0E5161796A}" presName="parentText" presStyleLbl="node1" presStyleIdx="0" presStyleCnt="5" custLinFactNeighborX="13806">
        <dgm:presLayoutVars>
          <dgm:chMax val="0"/>
          <dgm:bulletEnabled val="1"/>
        </dgm:presLayoutVars>
      </dgm:prSet>
      <dgm:spPr/>
    </dgm:pt>
    <dgm:pt modelId="{5CC261DC-5B8C-4377-9907-98C70B6F3A2F}" type="pres">
      <dgm:prSet presAssocID="{F57CC775-6572-434B-93BA-8E0E5161796A}" presName="negativeSpace" presStyleCnt="0"/>
      <dgm:spPr/>
    </dgm:pt>
    <dgm:pt modelId="{5227281D-F7D9-4063-BF98-824572F6A45C}" type="pres">
      <dgm:prSet presAssocID="{F57CC775-6572-434B-93BA-8E0E5161796A}" presName="childText" presStyleLbl="conFgAcc1" presStyleIdx="0" presStyleCnt="5">
        <dgm:presLayoutVars>
          <dgm:bulletEnabled val="1"/>
        </dgm:presLayoutVars>
      </dgm:prSet>
      <dgm:spPr/>
    </dgm:pt>
    <dgm:pt modelId="{FD9E034F-2A46-4651-9AE3-30493588E232}" type="pres">
      <dgm:prSet presAssocID="{4F264A70-6670-4837-B55C-A2DE28623A8A}" presName="spaceBetweenRectangles" presStyleCnt="0"/>
      <dgm:spPr/>
    </dgm:pt>
    <dgm:pt modelId="{C57904C8-C1D3-4B02-A594-5C3B93B707A3}" type="pres">
      <dgm:prSet presAssocID="{9CF46A09-30AD-41B2-A421-715D585700CA}" presName="parentLin" presStyleCnt="0"/>
      <dgm:spPr/>
    </dgm:pt>
    <dgm:pt modelId="{61738FFE-F9C4-4001-B510-681EBE66B903}" type="pres">
      <dgm:prSet presAssocID="{9CF46A09-30AD-41B2-A421-715D585700CA}" presName="parentLeftMargin" presStyleLbl="node1" presStyleIdx="0" presStyleCnt="5"/>
      <dgm:spPr/>
    </dgm:pt>
    <dgm:pt modelId="{F46183C1-CF14-4F6E-80ED-C64EF46610D1}" type="pres">
      <dgm:prSet presAssocID="{9CF46A09-30AD-41B2-A421-715D585700C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1B6AF9F-0EB1-40C6-B2B3-1D81EFE81AB8}" type="pres">
      <dgm:prSet presAssocID="{9CF46A09-30AD-41B2-A421-715D585700CA}" presName="negativeSpace" presStyleCnt="0"/>
      <dgm:spPr/>
    </dgm:pt>
    <dgm:pt modelId="{B20D19F1-C1B2-4ECE-908D-FC2CF9CCCF1D}" type="pres">
      <dgm:prSet presAssocID="{9CF46A09-30AD-41B2-A421-715D585700CA}" presName="childText" presStyleLbl="conFgAcc1" presStyleIdx="1" presStyleCnt="5">
        <dgm:presLayoutVars>
          <dgm:bulletEnabled val="1"/>
        </dgm:presLayoutVars>
      </dgm:prSet>
      <dgm:spPr/>
    </dgm:pt>
    <dgm:pt modelId="{14761BFB-7745-4E68-B59B-CEEFFE37F1F6}" type="pres">
      <dgm:prSet presAssocID="{8701D090-CAD0-40D4-A7B9-C45CFCFB6AD0}" presName="spaceBetweenRectangles" presStyleCnt="0"/>
      <dgm:spPr/>
    </dgm:pt>
    <dgm:pt modelId="{A1A18C0F-37B5-4989-BA70-7C7DC806E1AD}" type="pres">
      <dgm:prSet presAssocID="{69EDB3F2-2191-4028-B0A5-0933D285C925}" presName="parentLin" presStyleCnt="0"/>
      <dgm:spPr/>
    </dgm:pt>
    <dgm:pt modelId="{F4482DBF-0B69-4697-90ED-B48525A09CDF}" type="pres">
      <dgm:prSet presAssocID="{69EDB3F2-2191-4028-B0A5-0933D285C925}" presName="parentLeftMargin" presStyleLbl="node1" presStyleIdx="1" presStyleCnt="5"/>
      <dgm:spPr/>
    </dgm:pt>
    <dgm:pt modelId="{4B66706A-CF76-41DD-A700-6F3F6564AF93}" type="pres">
      <dgm:prSet presAssocID="{69EDB3F2-2191-4028-B0A5-0933D285C92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33BAD47-BEA9-4815-8813-372DED9CE8B8}" type="pres">
      <dgm:prSet presAssocID="{69EDB3F2-2191-4028-B0A5-0933D285C925}" presName="negativeSpace" presStyleCnt="0"/>
      <dgm:spPr/>
    </dgm:pt>
    <dgm:pt modelId="{2A63A4EB-1395-4D24-B217-31FF2BE74537}" type="pres">
      <dgm:prSet presAssocID="{69EDB3F2-2191-4028-B0A5-0933D285C925}" presName="childText" presStyleLbl="conFgAcc1" presStyleIdx="2" presStyleCnt="5">
        <dgm:presLayoutVars>
          <dgm:bulletEnabled val="1"/>
        </dgm:presLayoutVars>
      </dgm:prSet>
      <dgm:spPr/>
    </dgm:pt>
    <dgm:pt modelId="{4C5205AB-8C5D-4D82-B7D5-2FF1DD4F42AD}" type="pres">
      <dgm:prSet presAssocID="{8D790BEC-05AA-4376-89B6-38C983490306}" presName="spaceBetweenRectangles" presStyleCnt="0"/>
      <dgm:spPr/>
    </dgm:pt>
    <dgm:pt modelId="{E47EC6E9-4B0A-4B8D-81E5-727809EF2635}" type="pres">
      <dgm:prSet presAssocID="{5C3CD75D-CD5F-4780-A534-974F8B92AE90}" presName="parentLin" presStyleCnt="0"/>
      <dgm:spPr/>
    </dgm:pt>
    <dgm:pt modelId="{EC004142-9420-4624-810C-7F16A4E73B36}" type="pres">
      <dgm:prSet presAssocID="{5C3CD75D-CD5F-4780-A534-974F8B92AE90}" presName="parentLeftMargin" presStyleLbl="node1" presStyleIdx="2" presStyleCnt="5"/>
      <dgm:spPr/>
    </dgm:pt>
    <dgm:pt modelId="{F5F50900-02AF-4070-A268-0432D9679780}" type="pres">
      <dgm:prSet presAssocID="{5C3CD75D-CD5F-4780-A534-974F8B92AE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CC2477-5600-4939-BD4D-2BE2B3A48AC4}" type="pres">
      <dgm:prSet presAssocID="{5C3CD75D-CD5F-4780-A534-974F8B92AE90}" presName="negativeSpace" presStyleCnt="0"/>
      <dgm:spPr/>
    </dgm:pt>
    <dgm:pt modelId="{B2934DBC-B12A-4A2C-BCD5-23C1C3BE5CF6}" type="pres">
      <dgm:prSet presAssocID="{5C3CD75D-CD5F-4780-A534-974F8B92AE90}" presName="childText" presStyleLbl="conFgAcc1" presStyleIdx="3" presStyleCnt="5">
        <dgm:presLayoutVars>
          <dgm:bulletEnabled val="1"/>
        </dgm:presLayoutVars>
      </dgm:prSet>
      <dgm:spPr/>
    </dgm:pt>
    <dgm:pt modelId="{7CD1CCA6-4AAF-466E-9761-1172FE3BE995}" type="pres">
      <dgm:prSet presAssocID="{F327F11D-F7B0-480D-97FA-297643FE3BA8}" presName="spaceBetweenRectangles" presStyleCnt="0"/>
      <dgm:spPr/>
    </dgm:pt>
    <dgm:pt modelId="{42B34890-A3EE-4F60-BE45-458D5253CEC5}" type="pres">
      <dgm:prSet presAssocID="{6A7E6764-3B80-4912-AC6A-B9D08CBC6032}" presName="parentLin" presStyleCnt="0"/>
      <dgm:spPr/>
    </dgm:pt>
    <dgm:pt modelId="{383190D1-2FE1-4EB8-88F2-78FEE8087710}" type="pres">
      <dgm:prSet presAssocID="{6A7E6764-3B80-4912-AC6A-B9D08CBC6032}" presName="parentLeftMargin" presStyleLbl="node1" presStyleIdx="3" presStyleCnt="5"/>
      <dgm:spPr/>
    </dgm:pt>
    <dgm:pt modelId="{5BBB0B88-7FF5-4922-AEB7-3402D687D2AF}" type="pres">
      <dgm:prSet presAssocID="{6A7E6764-3B80-4912-AC6A-B9D08CBC603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64DB305-7433-47B5-A55A-D00923819F99}" type="pres">
      <dgm:prSet presAssocID="{6A7E6764-3B80-4912-AC6A-B9D08CBC6032}" presName="negativeSpace" presStyleCnt="0"/>
      <dgm:spPr/>
    </dgm:pt>
    <dgm:pt modelId="{9D83D3F5-8EAE-479C-BC87-4571E68C1FBB}" type="pres">
      <dgm:prSet presAssocID="{6A7E6764-3B80-4912-AC6A-B9D08CBC6032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69DB80A-B802-46FE-8FD1-A69278CE3E23}" type="presOf" srcId="{F57CC775-6572-434B-93BA-8E0E5161796A}" destId="{EC7D29CD-1DA0-4A1D-96A8-018C34796FA3}" srcOrd="1" destOrd="0" presId="urn:microsoft.com/office/officeart/2005/8/layout/list1"/>
    <dgm:cxn modelId="{6EFE6A0D-2170-47E7-A424-456102AC128C}" srcId="{B59E9790-5A41-42B6-8904-3D3B469E8E2B}" destId="{9CF46A09-30AD-41B2-A421-715D585700CA}" srcOrd="1" destOrd="0" parTransId="{9CDBAA76-2B15-4E3B-ADDB-9041185C18C8}" sibTransId="{8701D090-CAD0-40D4-A7B9-C45CFCFB6AD0}"/>
    <dgm:cxn modelId="{0C6C6D16-B4C4-4188-A16B-DB00A666C31A}" srcId="{B59E9790-5A41-42B6-8904-3D3B469E8E2B}" destId="{6A7E6764-3B80-4912-AC6A-B9D08CBC6032}" srcOrd="4" destOrd="0" parTransId="{303732AF-6776-4BE0-8041-77CC894CC354}" sibTransId="{CC1B3768-A3CB-426C-9120-AF19B363EC56}"/>
    <dgm:cxn modelId="{7FA37B17-6D3A-47D7-901E-FF0ED38CF073}" type="presOf" srcId="{5C3CD75D-CD5F-4780-A534-974F8B92AE90}" destId="{F5F50900-02AF-4070-A268-0432D9679780}" srcOrd="1" destOrd="0" presId="urn:microsoft.com/office/officeart/2005/8/layout/list1"/>
    <dgm:cxn modelId="{8E0CFA1C-9B18-42F0-98A5-7EF3D9A73857}" type="presOf" srcId="{69EDB3F2-2191-4028-B0A5-0933D285C925}" destId="{F4482DBF-0B69-4697-90ED-B48525A09CDF}" srcOrd="0" destOrd="0" presId="urn:microsoft.com/office/officeart/2005/8/layout/list1"/>
    <dgm:cxn modelId="{BB637B1E-4802-4DBB-8644-77FABE66A54D}" srcId="{B59E9790-5A41-42B6-8904-3D3B469E8E2B}" destId="{F57CC775-6572-434B-93BA-8E0E5161796A}" srcOrd="0" destOrd="0" parTransId="{AFD220CE-56BD-4FAA-A083-2932057B593B}" sibTransId="{4F264A70-6670-4837-B55C-A2DE28623A8A}"/>
    <dgm:cxn modelId="{48054565-7CDE-46B5-94FF-7D1DCF8AD287}" type="presOf" srcId="{B59E9790-5A41-42B6-8904-3D3B469E8E2B}" destId="{B5E151D0-8606-40DD-BF07-999430397034}" srcOrd="0" destOrd="0" presId="urn:microsoft.com/office/officeart/2005/8/layout/list1"/>
    <dgm:cxn modelId="{A6B8FB65-796A-4AF7-97FF-BEFCD08B0582}" type="presOf" srcId="{6A7E6764-3B80-4912-AC6A-B9D08CBC6032}" destId="{5BBB0B88-7FF5-4922-AEB7-3402D687D2AF}" srcOrd="1" destOrd="0" presId="urn:microsoft.com/office/officeart/2005/8/layout/list1"/>
    <dgm:cxn modelId="{C3738F6D-CDFB-447C-89EB-B6D6E650DFC0}" srcId="{B59E9790-5A41-42B6-8904-3D3B469E8E2B}" destId="{69EDB3F2-2191-4028-B0A5-0933D285C925}" srcOrd="2" destOrd="0" parTransId="{08CB18CA-7FDE-400E-A6B2-150608C69FF7}" sibTransId="{8D790BEC-05AA-4376-89B6-38C983490306}"/>
    <dgm:cxn modelId="{84B48D55-AE02-4335-B78B-4ACFDD864DA4}" type="presOf" srcId="{F57CC775-6572-434B-93BA-8E0E5161796A}" destId="{03A7F48E-B7D6-4390-8FC9-F30D9ECAE7B5}" srcOrd="0" destOrd="0" presId="urn:microsoft.com/office/officeart/2005/8/layout/list1"/>
    <dgm:cxn modelId="{0E34B857-EB7D-4E88-85CC-A19323125774}" type="presOf" srcId="{69EDB3F2-2191-4028-B0A5-0933D285C925}" destId="{4B66706A-CF76-41DD-A700-6F3F6564AF93}" srcOrd="1" destOrd="0" presId="urn:microsoft.com/office/officeart/2005/8/layout/list1"/>
    <dgm:cxn modelId="{0816BFA4-89C5-481F-9069-0F0505894497}" type="presOf" srcId="{9CF46A09-30AD-41B2-A421-715D585700CA}" destId="{F46183C1-CF14-4F6E-80ED-C64EF46610D1}" srcOrd="1" destOrd="0" presId="urn:microsoft.com/office/officeart/2005/8/layout/list1"/>
    <dgm:cxn modelId="{5123FCB4-5F36-4976-98E8-5C40291181BB}" srcId="{B59E9790-5A41-42B6-8904-3D3B469E8E2B}" destId="{5C3CD75D-CD5F-4780-A534-974F8B92AE90}" srcOrd="3" destOrd="0" parTransId="{188AF165-17EE-462F-9AC7-FA68247F9487}" sibTransId="{F327F11D-F7B0-480D-97FA-297643FE3BA8}"/>
    <dgm:cxn modelId="{5ED3B7BF-D1C2-4F17-91C8-1DFDF0A12C51}" type="presOf" srcId="{6A7E6764-3B80-4912-AC6A-B9D08CBC6032}" destId="{383190D1-2FE1-4EB8-88F2-78FEE8087710}" srcOrd="0" destOrd="0" presId="urn:microsoft.com/office/officeart/2005/8/layout/list1"/>
    <dgm:cxn modelId="{5C02A3C8-39FB-4013-9C3F-F6E1E2AF6C78}" type="presOf" srcId="{5C3CD75D-CD5F-4780-A534-974F8B92AE90}" destId="{EC004142-9420-4624-810C-7F16A4E73B36}" srcOrd="0" destOrd="0" presId="urn:microsoft.com/office/officeart/2005/8/layout/list1"/>
    <dgm:cxn modelId="{F5B9DEFF-606C-44E2-94F8-E6C649EB9C50}" type="presOf" srcId="{9CF46A09-30AD-41B2-A421-715D585700CA}" destId="{61738FFE-F9C4-4001-B510-681EBE66B903}" srcOrd="0" destOrd="0" presId="urn:microsoft.com/office/officeart/2005/8/layout/list1"/>
    <dgm:cxn modelId="{9CE30DD9-F31A-45C1-AAF5-130C8D3BFB4A}" type="presParOf" srcId="{B5E151D0-8606-40DD-BF07-999430397034}" destId="{DE717F26-0CDF-4EA4-8A36-98C127E413B1}" srcOrd="0" destOrd="0" presId="urn:microsoft.com/office/officeart/2005/8/layout/list1"/>
    <dgm:cxn modelId="{FC46D852-5BCB-439A-BA5C-7FD1561396A4}" type="presParOf" srcId="{DE717F26-0CDF-4EA4-8A36-98C127E413B1}" destId="{03A7F48E-B7D6-4390-8FC9-F30D9ECAE7B5}" srcOrd="0" destOrd="0" presId="urn:microsoft.com/office/officeart/2005/8/layout/list1"/>
    <dgm:cxn modelId="{508901E9-6977-4419-9B28-77CC203D5A06}" type="presParOf" srcId="{DE717F26-0CDF-4EA4-8A36-98C127E413B1}" destId="{EC7D29CD-1DA0-4A1D-96A8-018C34796FA3}" srcOrd="1" destOrd="0" presId="urn:microsoft.com/office/officeart/2005/8/layout/list1"/>
    <dgm:cxn modelId="{059350A3-041B-438D-8414-D1A9BB0B4731}" type="presParOf" srcId="{B5E151D0-8606-40DD-BF07-999430397034}" destId="{5CC261DC-5B8C-4377-9907-98C70B6F3A2F}" srcOrd="1" destOrd="0" presId="urn:microsoft.com/office/officeart/2005/8/layout/list1"/>
    <dgm:cxn modelId="{CE824940-7399-46EE-AFDD-45E5960EC79A}" type="presParOf" srcId="{B5E151D0-8606-40DD-BF07-999430397034}" destId="{5227281D-F7D9-4063-BF98-824572F6A45C}" srcOrd="2" destOrd="0" presId="urn:microsoft.com/office/officeart/2005/8/layout/list1"/>
    <dgm:cxn modelId="{B896CC19-5746-4457-AB7A-74CDCC50A24A}" type="presParOf" srcId="{B5E151D0-8606-40DD-BF07-999430397034}" destId="{FD9E034F-2A46-4651-9AE3-30493588E232}" srcOrd="3" destOrd="0" presId="urn:microsoft.com/office/officeart/2005/8/layout/list1"/>
    <dgm:cxn modelId="{FF508E7F-C872-4E86-9A6B-8CE73FE1ECB4}" type="presParOf" srcId="{B5E151D0-8606-40DD-BF07-999430397034}" destId="{C57904C8-C1D3-4B02-A594-5C3B93B707A3}" srcOrd="4" destOrd="0" presId="urn:microsoft.com/office/officeart/2005/8/layout/list1"/>
    <dgm:cxn modelId="{2AF06DC2-EECB-457A-A3F2-109CEDCC3C11}" type="presParOf" srcId="{C57904C8-C1D3-4B02-A594-5C3B93B707A3}" destId="{61738FFE-F9C4-4001-B510-681EBE66B903}" srcOrd="0" destOrd="0" presId="urn:microsoft.com/office/officeart/2005/8/layout/list1"/>
    <dgm:cxn modelId="{AB3FC4FB-A2F0-439C-A401-E7B5C41DDD4B}" type="presParOf" srcId="{C57904C8-C1D3-4B02-A594-5C3B93B707A3}" destId="{F46183C1-CF14-4F6E-80ED-C64EF46610D1}" srcOrd="1" destOrd="0" presId="urn:microsoft.com/office/officeart/2005/8/layout/list1"/>
    <dgm:cxn modelId="{78F2A258-078C-47CA-8CD4-37FC0E6CC436}" type="presParOf" srcId="{B5E151D0-8606-40DD-BF07-999430397034}" destId="{01B6AF9F-0EB1-40C6-B2B3-1D81EFE81AB8}" srcOrd="5" destOrd="0" presId="urn:microsoft.com/office/officeart/2005/8/layout/list1"/>
    <dgm:cxn modelId="{55DCE411-C0EE-4B1F-AC0B-7DA2298B108E}" type="presParOf" srcId="{B5E151D0-8606-40DD-BF07-999430397034}" destId="{B20D19F1-C1B2-4ECE-908D-FC2CF9CCCF1D}" srcOrd="6" destOrd="0" presId="urn:microsoft.com/office/officeart/2005/8/layout/list1"/>
    <dgm:cxn modelId="{01D24607-5B06-488D-8D2B-F141567A861B}" type="presParOf" srcId="{B5E151D0-8606-40DD-BF07-999430397034}" destId="{14761BFB-7745-4E68-B59B-CEEFFE37F1F6}" srcOrd="7" destOrd="0" presId="urn:microsoft.com/office/officeart/2005/8/layout/list1"/>
    <dgm:cxn modelId="{2D9633A5-7641-47D4-AC18-9E71A567D7F6}" type="presParOf" srcId="{B5E151D0-8606-40DD-BF07-999430397034}" destId="{A1A18C0F-37B5-4989-BA70-7C7DC806E1AD}" srcOrd="8" destOrd="0" presId="urn:microsoft.com/office/officeart/2005/8/layout/list1"/>
    <dgm:cxn modelId="{6509162D-25CC-4361-8FFA-A0CA2F1469CE}" type="presParOf" srcId="{A1A18C0F-37B5-4989-BA70-7C7DC806E1AD}" destId="{F4482DBF-0B69-4697-90ED-B48525A09CDF}" srcOrd="0" destOrd="0" presId="urn:microsoft.com/office/officeart/2005/8/layout/list1"/>
    <dgm:cxn modelId="{7904BD98-187B-4A6B-B4E4-A159A73E365F}" type="presParOf" srcId="{A1A18C0F-37B5-4989-BA70-7C7DC806E1AD}" destId="{4B66706A-CF76-41DD-A700-6F3F6564AF93}" srcOrd="1" destOrd="0" presId="urn:microsoft.com/office/officeart/2005/8/layout/list1"/>
    <dgm:cxn modelId="{FB24BB63-9493-4CF8-ABD2-7D83F0A2241B}" type="presParOf" srcId="{B5E151D0-8606-40DD-BF07-999430397034}" destId="{C33BAD47-BEA9-4815-8813-372DED9CE8B8}" srcOrd="9" destOrd="0" presId="urn:microsoft.com/office/officeart/2005/8/layout/list1"/>
    <dgm:cxn modelId="{57277423-6D99-4EB2-B061-7767843C34B6}" type="presParOf" srcId="{B5E151D0-8606-40DD-BF07-999430397034}" destId="{2A63A4EB-1395-4D24-B217-31FF2BE74537}" srcOrd="10" destOrd="0" presId="urn:microsoft.com/office/officeart/2005/8/layout/list1"/>
    <dgm:cxn modelId="{D825EE95-56AC-4ABE-A26E-BD2FDF2521A6}" type="presParOf" srcId="{B5E151D0-8606-40DD-BF07-999430397034}" destId="{4C5205AB-8C5D-4D82-B7D5-2FF1DD4F42AD}" srcOrd="11" destOrd="0" presId="urn:microsoft.com/office/officeart/2005/8/layout/list1"/>
    <dgm:cxn modelId="{59EC61FB-67B6-4D7D-80C0-E404ADA13DA6}" type="presParOf" srcId="{B5E151D0-8606-40DD-BF07-999430397034}" destId="{E47EC6E9-4B0A-4B8D-81E5-727809EF2635}" srcOrd="12" destOrd="0" presId="urn:microsoft.com/office/officeart/2005/8/layout/list1"/>
    <dgm:cxn modelId="{F57A087A-DFC2-4247-ACC6-E59D1CA0850A}" type="presParOf" srcId="{E47EC6E9-4B0A-4B8D-81E5-727809EF2635}" destId="{EC004142-9420-4624-810C-7F16A4E73B36}" srcOrd="0" destOrd="0" presId="urn:microsoft.com/office/officeart/2005/8/layout/list1"/>
    <dgm:cxn modelId="{034A84FC-3643-46B3-B159-706C0B5A6593}" type="presParOf" srcId="{E47EC6E9-4B0A-4B8D-81E5-727809EF2635}" destId="{F5F50900-02AF-4070-A268-0432D9679780}" srcOrd="1" destOrd="0" presId="urn:microsoft.com/office/officeart/2005/8/layout/list1"/>
    <dgm:cxn modelId="{F1FEE80E-DA31-4863-A4B3-54882E51C0C6}" type="presParOf" srcId="{B5E151D0-8606-40DD-BF07-999430397034}" destId="{C3CC2477-5600-4939-BD4D-2BE2B3A48AC4}" srcOrd="13" destOrd="0" presId="urn:microsoft.com/office/officeart/2005/8/layout/list1"/>
    <dgm:cxn modelId="{18EA28F0-263B-4752-8D24-0EF101FAFE73}" type="presParOf" srcId="{B5E151D0-8606-40DD-BF07-999430397034}" destId="{B2934DBC-B12A-4A2C-BCD5-23C1C3BE5CF6}" srcOrd="14" destOrd="0" presId="urn:microsoft.com/office/officeart/2005/8/layout/list1"/>
    <dgm:cxn modelId="{A3862C7E-EE74-43D2-AA61-E34D492CFC21}" type="presParOf" srcId="{B5E151D0-8606-40DD-BF07-999430397034}" destId="{7CD1CCA6-4AAF-466E-9761-1172FE3BE995}" srcOrd="15" destOrd="0" presId="urn:microsoft.com/office/officeart/2005/8/layout/list1"/>
    <dgm:cxn modelId="{190CB4B8-79F1-4788-A166-7E72603EA00A}" type="presParOf" srcId="{B5E151D0-8606-40DD-BF07-999430397034}" destId="{42B34890-A3EE-4F60-BE45-458D5253CEC5}" srcOrd="16" destOrd="0" presId="urn:microsoft.com/office/officeart/2005/8/layout/list1"/>
    <dgm:cxn modelId="{C404F42D-284C-4DD9-9737-F693A974FDB0}" type="presParOf" srcId="{42B34890-A3EE-4F60-BE45-458D5253CEC5}" destId="{383190D1-2FE1-4EB8-88F2-78FEE8087710}" srcOrd="0" destOrd="0" presId="urn:microsoft.com/office/officeart/2005/8/layout/list1"/>
    <dgm:cxn modelId="{5861A5A1-4B81-45F2-BCB4-7BE192E742C8}" type="presParOf" srcId="{42B34890-A3EE-4F60-BE45-458D5253CEC5}" destId="{5BBB0B88-7FF5-4922-AEB7-3402D687D2AF}" srcOrd="1" destOrd="0" presId="urn:microsoft.com/office/officeart/2005/8/layout/list1"/>
    <dgm:cxn modelId="{AC238EB6-7906-445E-A90C-AD5B7BB83D74}" type="presParOf" srcId="{B5E151D0-8606-40DD-BF07-999430397034}" destId="{164DB305-7433-47B5-A55A-D00923819F99}" srcOrd="17" destOrd="0" presId="urn:microsoft.com/office/officeart/2005/8/layout/list1"/>
    <dgm:cxn modelId="{FFF93975-6681-4D38-831C-E412DA7489CA}" type="presParOf" srcId="{B5E151D0-8606-40DD-BF07-999430397034}" destId="{9D83D3F5-8EAE-479C-BC87-4571E68C1FB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27281D-F7D9-4063-BF98-824572F6A45C}">
      <dsp:nvSpPr>
        <dsp:cNvPr id="0" name=""/>
        <dsp:cNvSpPr/>
      </dsp:nvSpPr>
      <dsp:spPr>
        <a:xfrm>
          <a:off x="0" y="416382"/>
          <a:ext cx="5094664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7D29CD-1DA0-4A1D-96A8-018C34796FA3}">
      <dsp:nvSpPr>
        <dsp:cNvPr id="0" name=""/>
        <dsp:cNvSpPr/>
      </dsp:nvSpPr>
      <dsp:spPr>
        <a:xfrm>
          <a:off x="289901" y="106422"/>
          <a:ext cx="3566264" cy="6199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796" tIns="0" rIns="13479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u="none" kern="1200" dirty="0"/>
            <a:t>INTRODUCTION</a:t>
          </a:r>
          <a:endParaRPr lang="en-US" sz="2100" b="1" kern="1200" dirty="0"/>
        </a:p>
      </dsp:txBody>
      <dsp:txXfrm>
        <a:off x="320163" y="136684"/>
        <a:ext cx="3505740" cy="559396"/>
      </dsp:txXfrm>
    </dsp:sp>
    <dsp:sp modelId="{B20D19F1-C1B2-4ECE-908D-FC2CF9CCCF1D}">
      <dsp:nvSpPr>
        <dsp:cNvPr id="0" name=""/>
        <dsp:cNvSpPr/>
      </dsp:nvSpPr>
      <dsp:spPr>
        <a:xfrm>
          <a:off x="0" y="1368942"/>
          <a:ext cx="5094664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183C1-CF14-4F6E-80ED-C64EF46610D1}">
      <dsp:nvSpPr>
        <dsp:cNvPr id="0" name=""/>
        <dsp:cNvSpPr/>
      </dsp:nvSpPr>
      <dsp:spPr>
        <a:xfrm>
          <a:off x="254733" y="1058982"/>
          <a:ext cx="3566264" cy="6199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796" tIns="0" rIns="13479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u="none" kern="1200" dirty="0"/>
            <a:t>MALWARE</a:t>
          </a:r>
          <a:endParaRPr lang="en-US" sz="2100" b="1" kern="1200" dirty="0"/>
        </a:p>
      </dsp:txBody>
      <dsp:txXfrm>
        <a:off x="284995" y="1089244"/>
        <a:ext cx="3505740" cy="559396"/>
      </dsp:txXfrm>
    </dsp:sp>
    <dsp:sp modelId="{2A63A4EB-1395-4D24-B217-31FF2BE74537}">
      <dsp:nvSpPr>
        <dsp:cNvPr id="0" name=""/>
        <dsp:cNvSpPr/>
      </dsp:nvSpPr>
      <dsp:spPr>
        <a:xfrm>
          <a:off x="0" y="2321502"/>
          <a:ext cx="5094664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66706A-CF76-41DD-A700-6F3F6564AF93}">
      <dsp:nvSpPr>
        <dsp:cNvPr id="0" name=""/>
        <dsp:cNvSpPr/>
      </dsp:nvSpPr>
      <dsp:spPr>
        <a:xfrm>
          <a:off x="254733" y="2011542"/>
          <a:ext cx="3566264" cy="6199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796" tIns="0" rIns="13479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b="1" i="0" u="none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u="none" kern="1200" dirty="0"/>
            <a:t>STATISTICS</a:t>
          </a:r>
          <a:endParaRPr lang="en-US" sz="2100" b="1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284995" y="2041804"/>
        <a:ext cx="3505740" cy="559396"/>
      </dsp:txXfrm>
    </dsp:sp>
    <dsp:sp modelId="{B2934DBC-B12A-4A2C-BCD5-23C1C3BE5CF6}">
      <dsp:nvSpPr>
        <dsp:cNvPr id="0" name=""/>
        <dsp:cNvSpPr/>
      </dsp:nvSpPr>
      <dsp:spPr>
        <a:xfrm>
          <a:off x="0" y="3274062"/>
          <a:ext cx="5094664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F50900-02AF-4070-A268-0432D9679780}">
      <dsp:nvSpPr>
        <dsp:cNvPr id="0" name=""/>
        <dsp:cNvSpPr/>
      </dsp:nvSpPr>
      <dsp:spPr>
        <a:xfrm>
          <a:off x="254733" y="2964102"/>
          <a:ext cx="3566264" cy="6199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796" tIns="0" rIns="13479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Law and Punishments</a:t>
          </a:r>
        </a:p>
      </dsp:txBody>
      <dsp:txXfrm>
        <a:off x="284995" y="2994364"/>
        <a:ext cx="3505740" cy="559396"/>
      </dsp:txXfrm>
    </dsp:sp>
    <dsp:sp modelId="{9D83D3F5-8EAE-479C-BC87-4571E68C1FBB}">
      <dsp:nvSpPr>
        <dsp:cNvPr id="0" name=""/>
        <dsp:cNvSpPr/>
      </dsp:nvSpPr>
      <dsp:spPr>
        <a:xfrm>
          <a:off x="0" y="4226622"/>
          <a:ext cx="5094664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B0B88-7FF5-4922-AEB7-3402D687D2AF}">
      <dsp:nvSpPr>
        <dsp:cNvPr id="0" name=""/>
        <dsp:cNvSpPr/>
      </dsp:nvSpPr>
      <dsp:spPr>
        <a:xfrm>
          <a:off x="254733" y="3916662"/>
          <a:ext cx="3566264" cy="6199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796" tIns="0" rIns="13479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Conclusion</a:t>
          </a:r>
        </a:p>
      </dsp:txBody>
      <dsp:txXfrm>
        <a:off x="284995" y="3946924"/>
        <a:ext cx="3505740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C2B7E-D877-4695-B575-A13C3C136C78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A8D43-32B9-4409-AA69-4F75F70F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80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A8D43-32B9-4409-AA69-4F75F70F17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82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53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87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6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22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3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3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34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40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0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99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2206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04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6174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63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78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3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762E342-77EC-4AF5-B25C-3772682CB969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5CA307B-0CB7-48B7-B11C-BCD4FE10F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84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en/hacking-cybercrime-cybersecurity-3112539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fewire.com/is-your-brand-new-computer-pre-infected-with-malware-2487174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freevoluntarist.blogspot.com/2018/09/japanese-cryptocurrency-exchange-hacked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blog.trustico.com/cyber-security/6-email-security-tips-protect-hacked.php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70668&amp;picture=ask-questions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action-android-device-electronics-595804/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A1CB-423E-493A-8221-F80F7341A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744415"/>
            <a:ext cx="10698896" cy="3506572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sz="8000" b="1" dirty="0">
                <a:effectLst>
                  <a:glow rad="228600">
                    <a:schemeClr val="tx1">
                      <a:alpha val="40000"/>
                    </a:schemeClr>
                  </a:glow>
                  <a:outerShdw blurRad="50800" dist="50800" dir="5400000" sx="7000" sy="7000" algn="ctr" rotWithShape="0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</a:rPr>
              <a:t>Cyber crime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B68F9E-7D37-4345-B5DE-20A06BD7211D}"/>
              </a:ext>
            </a:extLst>
          </p:cNvPr>
          <p:cNvCxnSpPr>
            <a:cxnSpLocks/>
          </p:cNvCxnSpPr>
          <p:nvPr/>
        </p:nvCxnSpPr>
        <p:spPr>
          <a:xfrm flipH="1">
            <a:off x="7247107" y="-690664"/>
            <a:ext cx="5058382" cy="494165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31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D7322A5-8477-499A-866A-EC6F1C7A89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0241804"/>
              </p:ext>
            </p:extLst>
          </p:nvPr>
        </p:nvGraphicFramePr>
        <p:xfrm>
          <a:off x="6096000" y="774982"/>
          <a:ext cx="5094664" cy="4862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7AC702BC-2A42-4B6A-AA46-7E1CEA507B52}"/>
              </a:ext>
            </a:extLst>
          </p:cNvPr>
          <p:cNvSpPr/>
          <p:nvPr/>
        </p:nvSpPr>
        <p:spPr>
          <a:xfrm>
            <a:off x="1404594" y="1698993"/>
            <a:ext cx="3799002" cy="3014221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lgerian" panose="04020705040A02060702" pitchFamily="82" charset="0"/>
              </a:rPr>
              <a:t>PREFACE</a:t>
            </a:r>
          </a:p>
        </p:txBody>
      </p:sp>
    </p:spTree>
    <p:extLst>
      <p:ext uri="{BB962C8B-B14F-4D97-AF65-F5344CB8AC3E}">
        <p14:creationId xmlns:p14="http://schemas.microsoft.com/office/powerpoint/2010/main" val="2451274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8EDBA9B0-2B0F-4830-8427-F7ACFE3A4332}"/>
              </a:ext>
            </a:extLst>
          </p:cNvPr>
          <p:cNvSpPr/>
          <p:nvPr/>
        </p:nvSpPr>
        <p:spPr>
          <a:xfrm>
            <a:off x="3605719" y="1731523"/>
            <a:ext cx="4980562" cy="3394953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  <a:scene3d>
            <a:camera prst="orthographicFront"/>
            <a:lightRig rig="threePt" dir="t"/>
          </a:scene3d>
          <a:sp3d extrusionH="762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/>
          </a:bodyPr>
          <a:lstStyle/>
          <a:p>
            <a:r>
              <a:rPr lang="en-US" sz="4000" b="1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Cooper Black" panose="0208090404030B020404" pitchFamily="18" charset="0"/>
              </a:rPr>
              <a:t>Presented by</a:t>
            </a:r>
          </a:p>
          <a:p>
            <a:endParaRPr lang="en-US" sz="4000" b="1" dirty="0">
              <a:solidFill>
                <a:schemeClr val="tx1">
                  <a:lumMod val="95000"/>
                </a:schemeClr>
              </a:solidFill>
              <a:effectLst>
                <a:glow rad="127000">
                  <a:schemeClr val="bg1">
                    <a:lumMod val="85000"/>
                    <a:lumOff val="15000"/>
                  </a:schemeClr>
                </a:glow>
              </a:effectLst>
              <a:latin typeface="Cooper Black" panose="0208090404030B020404" pitchFamily="18" charset="0"/>
            </a:endParaRPr>
          </a:p>
          <a:p>
            <a:r>
              <a:rPr lang="en-US" sz="3600" dirty="0" err="1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Rounded MT Bold" panose="020F0704030504030204" pitchFamily="34" charset="0"/>
              </a:rPr>
              <a:t>Md.Nazmul</a:t>
            </a:r>
            <a:r>
              <a:rPr lang="en-US" sz="3600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Rounded MT Bold" panose="020F0704030504030204" pitchFamily="34" charset="0"/>
              </a:rPr>
              <a:t> Hossain</a:t>
            </a:r>
          </a:p>
          <a:p>
            <a:r>
              <a:rPr lang="en-US" sz="3600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Rounded MT Bold" panose="020F0704030504030204" pitchFamily="34" charset="0"/>
              </a:rPr>
              <a:t>ID:22201091 </a:t>
            </a:r>
          </a:p>
        </p:txBody>
      </p:sp>
    </p:spTree>
    <p:extLst>
      <p:ext uri="{BB962C8B-B14F-4D97-AF65-F5344CB8AC3E}">
        <p14:creationId xmlns:p14="http://schemas.microsoft.com/office/powerpoint/2010/main" val="103522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8EDBA9B0-2B0F-4830-8427-F7ACFE3A4332}"/>
              </a:ext>
            </a:extLst>
          </p:cNvPr>
          <p:cNvSpPr/>
          <p:nvPr/>
        </p:nvSpPr>
        <p:spPr>
          <a:xfrm>
            <a:off x="3605719" y="1731523"/>
            <a:ext cx="4980562" cy="3394953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  <a:scene3d>
            <a:camera prst="orthographicFront"/>
            <a:lightRig rig="threePt" dir="t"/>
          </a:scene3d>
          <a:sp3d extrusionH="762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/>
          </a:bodyPr>
          <a:lstStyle/>
          <a:p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Cooper Black" panose="0208090404030B020404" pitchFamily="18" charset="0"/>
              </a:rPr>
              <a:t>Presented by</a:t>
            </a:r>
          </a:p>
          <a:p>
            <a:r>
              <a:rPr lang="en-US" sz="4400" b="1" dirty="0" err="1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Bahnschrift" panose="020B0502040204020203" pitchFamily="34" charset="0"/>
              </a:rPr>
              <a:t>Mahinur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Bahnschrift" panose="020B0502040204020203" pitchFamily="34" charset="0"/>
              </a:rPr>
              <a:t> </a:t>
            </a:r>
            <a:r>
              <a:rPr lang="en-US" sz="4400" b="1" dirty="0" err="1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Bahnschrift" panose="020B0502040204020203" pitchFamily="34" charset="0"/>
              </a:rPr>
              <a:t>Akther</a:t>
            </a:r>
            <a:endParaRPr lang="en-US" sz="4400" dirty="0">
              <a:solidFill>
                <a:schemeClr val="tx1">
                  <a:lumMod val="95000"/>
                </a:schemeClr>
              </a:solidFill>
              <a:effectLst>
                <a:glow rad="127000">
                  <a:schemeClr val="bg1">
                    <a:lumMod val="85000"/>
                    <a:lumOff val="15000"/>
                  </a:schemeClr>
                </a:glow>
              </a:effectLst>
              <a:latin typeface="Bahnschrift" panose="020B0502040204020203" pitchFamily="34" charset="0"/>
            </a:endParaRPr>
          </a:p>
          <a:p>
            <a:r>
              <a:rPr lang="en-US" sz="4400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Rounded MT Bold" panose="020F0704030504030204" pitchFamily="34" charset="0"/>
              </a:rPr>
              <a:t>ID:22201100 </a:t>
            </a:r>
          </a:p>
        </p:txBody>
      </p:sp>
    </p:spTree>
    <p:extLst>
      <p:ext uri="{BB962C8B-B14F-4D97-AF65-F5344CB8AC3E}">
        <p14:creationId xmlns:p14="http://schemas.microsoft.com/office/powerpoint/2010/main" val="213813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8EDBA9B0-2B0F-4830-8427-F7ACFE3A4332}"/>
              </a:ext>
            </a:extLst>
          </p:cNvPr>
          <p:cNvSpPr/>
          <p:nvPr/>
        </p:nvSpPr>
        <p:spPr>
          <a:xfrm>
            <a:off x="3605719" y="1731523"/>
            <a:ext cx="4980562" cy="3394953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  <a:scene3d>
            <a:camera prst="orthographicFront"/>
            <a:lightRig rig="threePt" dir="t"/>
          </a:scene3d>
          <a:sp3d extrusionH="762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/>
          </a:bodyPr>
          <a:lstStyle/>
          <a:p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Cooper Black" panose="0208090404030B020404" pitchFamily="18" charset="0"/>
              </a:rPr>
              <a:t>Presented by</a:t>
            </a:r>
          </a:p>
          <a:p>
            <a:r>
              <a:rPr lang="en-US" sz="3600" b="1" dirty="0" err="1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Black" panose="020B0A04020102020204" pitchFamily="34" charset="0"/>
              </a:rPr>
              <a:t>Mushfiq</a:t>
            </a:r>
            <a:r>
              <a:rPr lang="en-US" sz="4000" b="1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Black" panose="020B0A04020102020204" pitchFamily="34" charset="0"/>
              </a:rPr>
              <a:t> Hassan</a:t>
            </a:r>
          </a:p>
          <a:p>
            <a:r>
              <a:rPr lang="en-US" sz="3600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Rounded MT Bold" panose="020F0704030504030204" pitchFamily="34" charset="0"/>
              </a:rPr>
              <a:t>ID:22201093</a:t>
            </a:r>
          </a:p>
        </p:txBody>
      </p:sp>
    </p:spTree>
    <p:extLst>
      <p:ext uri="{BB962C8B-B14F-4D97-AF65-F5344CB8AC3E}">
        <p14:creationId xmlns:p14="http://schemas.microsoft.com/office/powerpoint/2010/main" val="417137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8EDBA9B0-2B0F-4830-8427-F7ACFE3A4332}"/>
              </a:ext>
            </a:extLst>
          </p:cNvPr>
          <p:cNvSpPr/>
          <p:nvPr/>
        </p:nvSpPr>
        <p:spPr>
          <a:xfrm>
            <a:off x="3450210" y="1599548"/>
            <a:ext cx="5503715" cy="3886852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  <a:scene3d>
            <a:camera prst="orthographicFront"/>
            <a:lightRig rig="threePt" dir="t"/>
          </a:scene3d>
          <a:sp3d extrusionH="762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/>
          </a:bodyPr>
          <a:lstStyle/>
          <a:p>
            <a:r>
              <a:rPr lang="en-US" sz="4000" b="1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Cooper Black" panose="0208090404030B020404" pitchFamily="18" charset="0"/>
              </a:rPr>
              <a:t>Presented TO</a:t>
            </a:r>
          </a:p>
          <a:p>
            <a:endParaRPr lang="en-US" sz="2800" b="1" dirty="0">
              <a:solidFill>
                <a:schemeClr val="tx1">
                  <a:lumMod val="95000"/>
                </a:schemeClr>
              </a:solidFill>
              <a:effectLst>
                <a:glow rad="127000">
                  <a:schemeClr val="bg1">
                    <a:lumMod val="85000"/>
                    <a:lumOff val="15000"/>
                  </a:schemeClr>
                </a:glow>
              </a:effectLst>
              <a:latin typeface="Century Gothic" panose="020B0502020202020204" pitchFamily="34" charset="0"/>
            </a:endParaRPr>
          </a:p>
          <a:p>
            <a:r>
              <a:rPr lang="en-US" sz="2800" b="1" dirty="0" err="1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Century Gothic" panose="020B0502020202020204" pitchFamily="34" charset="0"/>
              </a:rPr>
              <a:t>Tahira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Century Gothic" panose="020B0502020202020204" pitchFamily="34" charset="0"/>
              </a:rPr>
              <a:t> </a:t>
            </a:r>
            <a:r>
              <a:rPr lang="en-US" sz="2800" b="1" dirty="0" err="1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Century Gothic" panose="020B0502020202020204" pitchFamily="34" charset="0"/>
              </a:rPr>
              <a:t>Alam</a:t>
            </a:r>
            <a:endParaRPr lang="en-US" sz="2800" b="1" dirty="0">
              <a:solidFill>
                <a:schemeClr val="tx1">
                  <a:lumMod val="95000"/>
                </a:schemeClr>
              </a:solidFill>
              <a:effectLst>
                <a:glow rad="127000">
                  <a:schemeClr val="bg1">
                    <a:lumMod val="85000"/>
                    <a:lumOff val="15000"/>
                  </a:schemeClr>
                </a:glow>
              </a:effectLst>
              <a:latin typeface="Century Gothic" panose="020B0502020202020204" pitchFamily="34" charset="0"/>
            </a:endParaRPr>
          </a:p>
          <a:p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Century Gothic" panose="020B0502020202020204" pitchFamily="34" charset="0"/>
              </a:rPr>
              <a:t>Assistant Professor</a:t>
            </a:r>
          </a:p>
          <a:p>
            <a:endParaRPr lang="en-US" sz="4000" b="1" dirty="0">
              <a:solidFill>
                <a:schemeClr val="tx1">
                  <a:lumMod val="95000"/>
                </a:schemeClr>
              </a:solidFill>
              <a:effectLst>
                <a:glow rad="127000">
                  <a:schemeClr val="bg1">
                    <a:lumMod val="85000"/>
                    <a:lumOff val="15000"/>
                  </a:schemeClr>
                </a:glow>
              </a:effectLst>
              <a:latin typeface="Cooper Black" panose="0208090404030B020404" pitchFamily="18" charset="0"/>
            </a:endParaRPr>
          </a:p>
          <a:p>
            <a:r>
              <a:rPr lang="en-US" sz="2800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Rounded MT Bold" panose="020F0704030504030204" pitchFamily="34" charset="0"/>
              </a:rPr>
              <a:t>Abdullah Mahmud </a:t>
            </a:r>
            <a:r>
              <a:rPr lang="en-US" sz="2800" dirty="0" err="1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Rounded MT Bold" panose="020F0704030504030204" pitchFamily="34" charset="0"/>
              </a:rPr>
              <a:t>Sakib</a:t>
            </a:r>
            <a:endParaRPr lang="en-US" sz="2800" dirty="0">
              <a:solidFill>
                <a:schemeClr val="tx1">
                  <a:lumMod val="95000"/>
                </a:schemeClr>
              </a:solidFill>
              <a:effectLst>
                <a:glow rad="127000">
                  <a:schemeClr val="bg1">
                    <a:lumMod val="85000"/>
                    <a:lumOff val="15000"/>
                  </a:schemeClr>
                </a:glow>
              </a:effectLst>
              <a:latin typeface="Arial Rounded MT Bold" panose="020F0704030504030204" pitchFamily="34" charset="0"/>
            </a:endParaRPr>
          </a:p>
          <a:p>
            <a:r>
              <a:rPr lang="en-US" sz="2800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Rounded MT Bold" panose="020F0704030504030204" pitchFamily="34" charset="0"/>
              </a:rPr>
              <a:t>Teaching Assistant</a:t>
            </a:r>
          </a:p>
          <a:p>
            <a:r>
              <a:rPr lang="en-US" sz="2800" dirty="0">
                <a:solidFill>
                  <a:schemeClr val="tx1">
                    <a:lumMod val="95000"/>
                  </a:schemeClr>
                </a:solidFill>
                <a:effectLst>
                  <a:glow rad="127000">
                    <a:schemeClr val="bg1">
                      <a:lumMod val="85000"/>
                      <a:lumOff val="15000"/>
                    </a:schemeClr>
                  </a:glow>
                </a:effectLst>
                <a:latin typeface="Arial Rounded MT Bold" panose="020F0704030504030204" pitchFamily="34" charset="0"/>
              </a:rPr>
              <a:t>University Of Asia Pacific</a:t>
            </a:r>
          </a:p>
        </p:txBody>
      </p:sp>
    </p:spTree>
    <p:extLst>
      <p:ext uri="{BB962C8B-B14F-4D97-AF65-F5344CB8AC3E}">
        <p14:creationId xmlns:p14="http://schemas.microsoft.com/office/powerpoint/2010/main" val="26744235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44E4B0-8902-4E42-8CF4-74F6D9C5B721}"/>
              </a:ext>
            </a:extLst>
          </p:cNvPr>
          <p:cNvSpPr/>
          <p:nvPr/>
        </p:nvSpPr>
        <p:spPr>
          <a:xfrm>
            <a:off x="3810000" y="707009"/>
            <a:ext cx="4572000" cy="156485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9525">
                  <a:solidFill>
                    <a:schemeClr val="bg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269102446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Right 9">
            <a:extLst>
              <a:ext uri="{FF2B5EF4-FFF2-40B4-BE49-F238E27FC236}">
                <a16:creationId xmlns:a16="http://schemas.microsoft.com/office/drawing/2014/main" id="{30312FCB-8FB9-498C-8AC3-687C5C209C22}"/>
              </a:ext>
            </a:extLst>
          </p:cNvPr>
          <p:cNvSpPr/>
          <p:nvPr/>
        </p:nvSpPr>
        <p:spPr>
          <a:xfrm>
            <a:off x="471340" y="1522799"/>
            <a:ext cx="2196446" cy="754145"/>
          </a:xfrm>
          <a:prstGeom prst="rightArrow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BC8CB95-CA9D-43E0-862C-A88377F4A89A}"/>
              </a:ext>
            </a:extLst>
          </p:cNvPr>
          <p:cNvSpPr/>
          <p:nvPr/>
        </p:nvSpPr>
        <p:spPr>
          <a:xfrm>
            <a:off x="471340" y="2620434"/>
            <a:ext cx="2196446" cy="754145"/>
          </a:xfrm>
          <a:prstGeom prst="rightArrow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CB0666C-F92F-4FF1-9A32-4DC4B5C9F78F}"/>
              </a:ext>
            </a:extLst>
          </p:cNvPr>
          <p:cNvSpPr/>
          <p:nvPr/>
        </p:nvSpPr>
        <p:spPr>
          <a:xfrm>
            <a:off x="471340" y="3680494"/>
            <a:ext cx="2196446" cy="754145"/>
          </a:xfrm>
          <a:prstGeom prst="rightArrow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8237C44-A8C8-46B3-AF71-CDF50A7E2BC5}"/>
              </a:ext>
            </a:extLst>
          </p:cNvPr>
          <p:cNvSpPr/>
          <p:nvPr/>
        </p:nvSpPr>
        <p:spPr>
          <a:xfrm>
            <a:off x="471340" y="4740555"/>
            <a:ext cx="2196446" cy="754145"/>
          </a:xfrm>
          <a:prstGeom prst="rightArrow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96C8DF-1B28-4A0F-BA7F-FC1B49E9C233}"/>
              </a:ext>
            </a:extLst>
          </p:cNvPr>
          <p:cNvSpPr txBox="1"/>
          <p:nvPr/>
        </p:nvSpPr>
        <p:spPr>
          <a:xfrm>
            <a:off x="2928594" y="1607483"/>
            <a:ext cx="3167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000000"/>
                </a:highlight>
                <a:latin typeface="Algerian" panose="04020705040A02060702" pitchFamily="82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Virus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9B8589-38CB-4F67-8A2D-FC2EE35F452D}"/>
              </a:ext>
            </a:extLst>
          </p:cNvPr>
          <p:cNvSpPr txBox="1"/>
          <p:nvPr/>
        </p:nvSpPr>
        <p:spPr>
          <a:xfrm>
            <a:off x="2928594" y="2705118"/>
            <a:ext cx="3770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000000"/>
                </a:highlight>
                <a:latin typeface="Algerian" panose="04020705040A02060702" pitchFamily="82" charset="0"/>
                <a:ea typeface="Hack" panose="020B0609030202020204" pitchFamily="49" charset="0"/>
                <a:cs typeface="Hack" panose="020B0609030202020204" pitchFamily="49" charset="0"/>
              </a:rPr>
              <a:t>Trojans</a:t>
            </a:r>
            <a:r>
              <a:rPr lang="en-US" sz="3200" b="1" dirty="0">
                <a:latin typeface="Algerian" panose="04020705040A02060702" pitchFamily="82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3200" b="1" dirty="0">
                <a:highlight>
                  <a:srgbClr val="000000"/>
                </a:highlight>
                <a:latin typeface="Algerian" panose="04020705040A02060702" pitchFamily="82" charset="0"/>
                <a:ea typeface="Hack" panose="020B0609030202020204" pitchFamily="49" charset="0"/>
                <a:cs typeface="Hack" panose="020B0609030202020204" pitchFamily="49" charset="0"/>
              </a:rPr>
              <a:t>Horse</a:t>
            </a:r>
            <a:endParaRPr lang="en-US" sz="3200" b="1" dirty="0">
              <a:solidFill>
                <a:schemeClr val="tx1"/>
              </a:solidFill>
              <a:highlight>
                <a:srgbClr val="000000"/>
              </a:highlight>
              <a:latin typeface="Algerian" panose="04020705040A02060702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41EC4-FDE4-4E60-BDDF-020AAA54D392}"/>
              </a:ext>
            </a:extLst>
          </p:cNvPr>
          <p:cNvSpPr txBox="1"/>
          <p:nvPr/>
        </p:nvSpPr>
        <p:spPr>
          <a:xfrm>
            <a:off x="2928594" y="3794684"/>
            <a:ext cx="3478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effectLst/>
                <a:latin typeface="Algerian" panose="04020705040A02060702" pitchFamily="82" charset="0"/>
                <a:ea typeface="Hack" panose="020B0609030202020204" pitchFamily="49" charset="0"/>
                <a:cs typeface="Hack" panose="020B0609030202020204" pitchFamily="49" charset="0"/>
              </a:rPr>
              <a:t>Rootkits</a:t>
            </a:r>
            <a:endParaRPr lang="en-US" sz="3200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D1BBAB-FADE-4B62-B344-9DFBEC31B7AE}"/>
              </a:ext>
            </a:extLst>
          </p:cNvPr>
          <p:cNvSpPr txBox="1"/>
          <p:nvPr/>
        </p:nvSpPr>
        <p:spPr>
          <a:xfrm>
            <a:off x="2928594" y="4825239"/>
            <a:ext cx="2507530" cy="58477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lgerian" panose="04020705040A02060702" pitchFamily="82" charset="0"/>
                <a:ea typeface="Hack" panose="020B0609030202020204" pitchFamily="49" charset="0"/>
                <a:cs typeface="Hack" panose="020B0609030202020204" pitchFamily="49" charset="0"/>
              </a:rPr>
              <a:t>Worms</a:t>
            </a:r>
            <a:endParaRPr lang="en-US" sz="3200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9A8E786-8F8B-4026-8DA0-28D0A29CC5DA}"/>
              </a:ext>
            </a:extLst>
          </p:cNvPr>
          <p:cNvSpPr/>
          <p:nvPr/>
        </p:nvSpPr>
        <p:spPr>
          <a:xfrm>
            <a:off x="471340" y="5763040"/>
            <a:ext cx="2196446" cy="754145"/>
          </a:xfrm>
          <a:prstGeom prst="rightArrow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F1B415-ABDA-4C7A-9925-214E4EBAFACB}"/>
              </a:ext>
            </a:extLst>
          </p:cNvPr>
          <p:cNvSpPr txBox="1"/>
          <p:nvPr/>
        </p:nvSpPr>
        <p:spPr>
          <a:xfrm>
            <a:off x="2862606" y="5847724"/>
            <a:ext cx="3610466" cy="58477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effectLst/>
                <a:latin typeface="Algerian" panose="04020705040A02060702" pitchFamily="82" charset="0"/>
                <a:ea typeface="Hack" panose="020B0609030202020204" pitchFamily="49" charset="0"/>
                <a:cs typeface="Hack" panose="020B0609030202020204" pitchFamily="49" charset="0"/>
              </a:rPr>
              <a:t>Spyware</a:t>
            </a:r>
            <a:endParaRPr lang="en-US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40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9C82D6-EF1A-46ED-B33B-10EFE08B7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160" y="99076"/>
            <a:ext cx="1544061" cy="15440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3921D0-BAA1-48F8-8406-0901D35E8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271" y="217869"/>
            <a:ext cx="1299636" cy="1299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529C24-11A5-4FD1-9E8F-9078BAA56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275" y="273500"/>
            <a:ext cx="953829" cy="953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10D775-A265-415F-85B1-ABD2971439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220" y="750414"/>
            <a:ext cx="6925617" cy="70327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58D0B49-6300-40C3-B3D5-79B1CD73429E}"/>
              </a:ext>
            </a:extLst>
          </p:cNvPr>
          <p:cNvGrpSpPr/>
          <p:nvPr/>
        </p:nvGrpSpPr>
        <p:grpSpPr>
          <a:xfrm>
            <a:off x="3631848" y="436437"/>
            <a:ext cx="3699921" cy="1177006"/>
            <a:chOff x="2633190" y="305756"/>
            <a:chExt cx="3699921" cy="117700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D9C57A5-5B66-444D-A99A-CE3354F92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7623" y="1260906"/>
              <a:ext cx="2456261" cy="22185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A9B8170-62BA-4B09-A4D1-72B9FAF99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3190" y="305756"/>
              <a:ext cx="3699921" cy="334187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4B435B0-1C5D-4EE2-B96F-E9079BEC44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436" y="1024940"/>
            <a:ext cx="1707457" cy="1542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043978-8F89-4262-994C-98FA511830ED}"/>
              </a:ext>
            </a:extLst>
          </p:cNvPr>
          <p:cNvSpPr txBox="1"/>
          <p:nvPr/>
        </p:nvSpPr>
        <p:spPr>
          <a:xfrm>
            <a:off x="3999030" y="873550"/>
            <a:ext cx="3419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LAW AND PUNISHMENTS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7DE30C5-052C-42E0-BC66-F33129D1B7CC}"/>
              </a:ext>
            </a:extLst>
          </p:cNvPr>
          <p:cNvSpPr/>
          <p:nvPr/>
        </p:nvSpPr>
        <p:spPr>
          <a:xfrm>
            <a:off x="861880" y="2056703"/>
            <a:ext cx="999279" cy="559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ED1FB34-C6B7-4462-B65F-F698149CB61F}"/>
              </a:ext>
            </a:extLst>
          </p:cNvPr>
          <p:cNvSpPr/>
          <p:nvPr/>
        </p:nvSpPr>
        <p:spPr>
          <a:xfrm>
            <a:off x="861880" y="3074114"/>
            <a:ext cx="999279" cy="559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B90C5D95-D4AC-48FD-B09A-D4B209D2021C}"/>
              </a:ext>
            </a:extLst>
          </p:cNvPr>
          <p:cNvSpPr/>
          <p:nvPr/>
        </p:nvSpPr>
        <p:spPr>
          <a:xfrm>
            <a:off x="842648" y="4073566"/>
            <a:ext cx="999279" cy="559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58F5220-8F60-4157-A2A6-F53E60311A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274" y="2008739"/>
            <a:ext cx="6925617" cy="70327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473B149-33D5-4DAA-B068-04666ACF3D02}"/>
              </a:ext>
            </a:extLst>
          </p:cNvPr>
          <p:cNvSpPr txBox="1"/>
          <p:nvPr/>
        </p:nvSpPr>
        <p:spPr>
          <a:xfrm>
            <a:off x="2692713" y="2165654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The role of cybercrime law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149BD25-C32D-451E-B273-D4B1E025D1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273" y="2995661"/>
            <a:ext cx="6925617" cy="70327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445820D-DA41-445B-9B03-071B814317C4}"/>
              </a:ext>
            </a:extLst>
          </p:cNvPr>
          <p:cNvSpPr txBox="1"/>
          <p:nvPr/>
        </p:nvSpPr>
        <p:spPr>
          <a:xfrm>
            <a:off x="2698241" y="3172688"/>
            <a:ext cx="4208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  <a:cs typeface="Hack" panose="020B0609030202020204" pitchFamily="49" charset="0"/>
              </a:rPr>
              <a:t>Different types of laws</a:t>
            </a:r>
          </a:p>
          <a:p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07CE4EC-3767-4232-8161-1AFDC3A7F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99" y="3938332"/>
            <a:ext cx="6925617" cy="7032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809D6C-25F3-4F2B-B11E-74514D18AAAB}"/>
              </a:ext>
            </a:extLst>
          </p:cNvPr>
          <p:cNvSpPr txBox="1"/>
          <p:nvPr/>
        </p:nvSpPr>
        <p:spPr>
          <a:xfrm>
            <a:off x="2642089" y="4088742"/>
            <a:ext cx="382060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Substantive</a:t>
            </a:r>
            <a:r>
              <a:rPr lang="en-US" sz="1800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law</a:t>
            </a:r>
          </a:p>
          <a:p>
            <a:endParaRPr lang="en-US" sz="1800" b="1" dirty="0">
              <a:latin typeface="Gadugi" panose="020B0502040204020203" pitchFamily="34" charset="0"/>
              <a:ea typeface="Gadugi" panose="020B0502040204020203" pitchFamily="34" charset="0"/>
              <a:cs typeface="Hack" panose="020B0609030202020204" pitchFamily="49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533F368-5E0A-4006-8EB9-6AA24DD47811}"/>
              </a:ext>
            </a:extLst>
          </p:cNvPr>
          <p:cNvSpPr/>
          <p:nvPr/>
        </p:nvSpPr>
        <p:spPr>
          <a:xfrm>
            <a:off x="861880" y="5115672"/>
            <a:ext cx="999279" cy="559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895AC92-E5F5-4F55-8F07-6286948A8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99" y="4972235"/>
            <a:ext cx="6925617" cy="703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305E5C-B2B3-4CAA-A89C-03468DFFB45B}"/>
              </a:ext>
            </a:extLst>
          </p:cNvPr>
          <p:cNvSpPr txBox="1"/>
          <p:nvPr/>
        </p:nvSpPr>
        <p:spPr>
          <a:xfrm>
            <a:off x="2633189" y="5103349"/>
            <a:ext cx="39551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ICT Act and 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Penalties</a:t>
            </a:r>
          </a:p>
          <a:p>
            <a:endParaRPr lang="en-US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D74CBE6-1B28-40F6-B4CD-0CC8B4A754D9}"/>
              </a:ext>
            </a:extLst>
          </p:cNvPr>
          <p:cNvSpPr/>
          <p:nvPr/>
        </p:nvSpPr>
        <p:spPr>
          <a:xfrm>
            <a:off x="861880" y="5994903"/>
            <a:ext cx="999279" cy="559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91063BE-3AE3-4B7B-BA69-7F88E793E3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271" y="5909324"/>
            <a:ext cx="6925617" cy="7032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C59999-124F-4F72-B620-8130F187D792}"/>
              </a:ext>
            </a:extLst>
          </p:cNvPr>
          <p:cNvSpPr txBox="1"/>
          <p:nvPr/>
        </p:nvSpPr>
        <p:spPr>
          <a:xfrm>
            <a:off x="2633189" y="6107586"/>
            <a:ext cx="361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erlin Sans FB Demi" panose="020E0802020502020306" pitchFamily="34" charset="0"/>
                <a:ea typeface="Hack" panose="020B0609030202020204" pitchFamily="49" charset="0"/>
                <a:cs typeface="Hack" panose="020B0609030202020204" pitchFamily="49" charset="0"/>
              </a:rPr>
              <a:t>Cybercrime penalties and ICT Act</a:t>
            </a:r>
          </a:p>
        </p:txBody>
      </p:sp>
    </p:spTree>
    <p:extLst>
      <p:ext uri="{BB962C8B-B14F-4D97-AF65-F5344CB8AC3E}">
        <p14:creationId xmlns:p14="http://schemas.microsoft.com/office/powerpoint/2010/main" val="25091144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 animBg="1"/>
      <p:bldP spid="25" grpId="0" animBg="1"/>
      <p:bldP spid="28" grpId="0" animBg="1"/>
      <p:bldP spid="32" grpId="0"/>
      <p:bldP spid="35" grpId="0"/>
      <p:bldP spid="3" grpId="0"/>
      <p:bldP spid="24" grpId="0" animBg="1"/>
      <p:bldP spid="6" grpId="0"/>
      <p:bldP spid="31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5C1949D-1756-41A6-B2D4-A54760A1DF2B}"/>
              </a:ext>
            </a:extLst>
          </p:cNvPr>
          <p:cNvGrpSpPr/>
          <p:nvPr/>
        </p:nvGrpSpPr>
        <p:grpSpPr>
          <a:xfrm>
            <a:off x="2633190" y="305756"/>
            <a:ext cx="3699921" cy="1167579"/>
            <a:chOff x="2633190" y="305756"/>
            <a:chExt cx="3699921" cy="1167579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D3CF7836-8561-4477-906C-ED4DADA7D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7623" y="1251479"/>
              <a:ext cx="2456261" cy="221856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3F06EEF-874E-4F35-A6B0-FE4B09985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3190" y="305756"/>
              <a:ext cx="3699921" cy="334187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F96D8C23-D334-4772-9B1D-3E84DE2116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191" y="548353"/>
            <a:ext cx="6925617" cy="70327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C9D6845-9597-4FE6-82F6-C86E116165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160" y="99076"/>
            <a:ext cx="1544061" cy="154406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A1CC9F7-6ED0-464C-9365-3DA57C52EC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372" y="221288"/>
            <a:ext cx="1299636" cy="129963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6136C72-8A1A-48E8-8371-CBCCD4CAE8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579" y="760178"/>
            <a:ext cx="1707457" cy="154222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A4E9F7C-F80E-451C-88AC-6CA27EBB32AC}"/>
              </a:ext>
            </a:extLst>
          </p:cNvPr>
          <p:cNvSpPr/>
          <p:nvPr/>
        </p:nvSpPr>
        <p:spPr>
          <a:xfrm>
            <a:off x="3270604" y="670651"/>
            <a:ext cx="4104167" cy="380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Precautions &amp;Conclusion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4B75E4D-F63A-45D8-BECD-CA6D84251A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318" y="417619"/>
            <a:ext cx="839340" cy="839340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4853C58-9024-440C-B8AC-4D9B4B0B0E09}"/>
              </a:ext>
            </a:extLst>
          </p:cNvPr>
          <p:cNvSpPr/>
          <p:nvPr/>
        </p:nvSpPr>
        <p:spPr>
          <a:xfrm rot="5400000">
            <a:off x="317500" y="2178664"/>
            <a:ext cx="457200" cy="228600"/>
          </a:xfrm>
          <a:custGeom>
            <a:avLst/>
            <a:gdLst>
              <a:gd name="connsiteX0" fmla="*/ 0 w 711200"/>
              <a:gd name="connsiteY0" fmla="*/ 355600 h 355600"/>
              <a:gd name="connsiteX1" fmla="*/ 355600 w 711200"/>
              <a:gd name="connsiteY1" fmla="*/ 0 h 355600"/>
              <a:gd name="connsiteX2" fmla="*/ 711200 w 711200"/>
              <a:gd name="connsiteY2" fmla="*/ 355600 h 355600"/>
              <a:gd name="connsiteX3" fmla="*/ 355600 w 7112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200" h="355600">
                <a:moveTo>
                  <a:pt x="0" y="355600"/>
                </a:moveTo>
                <a:lnTo>
                  <a:pt x="355600" y="0"/>
                </a:lnTo>
                <a:lnTo>
                  <a:pt x="711200" y="355600"/>
                </a:lnTo>
                <a:lnTo>
                  <a:pt x="355600" y="3556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54E64A4-DA2B-4863-941D-229A98303FF7}"/>
              </a:ext>
            </a:extLst>
          </p:cNvPr>
          <p:cNvSpPr/>
          <p:nvPr/>
        </p:nvSpPr>
        <p:spPr>
          <a:xfrm rot="5400000">
            <a:off x="317500" y="2862006"/>
            <a:ext cx="457200" cy="228600"/>
          </a:xfrm>
          <a:custGeom>
            <a:avLst/>
            <a:gdLst>
              <a:gd name="connsiteX0" fmla="*/ 0 w 711200"/>
              <a:gd name="connsiteY0" fmla="*/ 355600 h 355600"/>
              <a:gd name="connsiteX1" fmla="*/ 355600 w 711200"/>
              <a:gd name="connsiteY1" fmla="*/ 0 h 355600"/>
              <a:gd name="connsiteX2" fmla="*/ 711200 w 711200"/>
              <a:gd name="connsiteY2" fmla="*/ 355600 h 355600"/>
              <a:gd name="connsiteX3" fmla="*/ 355600 w 7112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200" h="355600">
                <a:moveTo>
                  <a:pt x="0" y="355600"/>
                </a:moveTo>
                <a:lnTo>
                  <a:pt x="355600" y="0"/>
                </a:lnTo>
                <a:lnTo>
                  <a:pt x="711200" y="355600"/>
                </a:lnTo>
                <a:lnTo>
                  <a:pt x="355600" y="3556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2270235-2CBC-4E6D-B6EA-CC81F6C3A5D8}"/>
              </a:ext>
            </a:extLst>
          </p:cNvPr>
          <p:cNvSpPr/>
          <p:nvPr/>
        </p:nvSpPr>
        <p:spPr>
          <a:xfrm rot="5400000">
            <a:off x="317500" y="3545348"/>
            <a:ext cx="457200" cy="228600"/>
          </a:xfrm>
          <a:custGeom>
            <a:avLst/>
            <a:gdLst>
              <a:gd name="connsiteX0" fmla="*/ 0 w 711200"/>
              <a:gd name="connsiteY0" fmla="*/ 355600 h 355600"/>
              <a:gd name="connsiteX1" fmla="*/ 355600 w 711200"/>
              <a:gd name="connsiteY1" fmla="*/ 0 h 355600"/>
              <a:gd name="connsiteX2" fmla="*/ 711200 w 711200"/>
              <a:gd name="connsiteY2" fmla="*/ 355600 h 355600"/>
              <a:gd name="connsiteX3" fmla="*/ 355600 w 7112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200" h="355600">
                <a:moveTo>
                  <a:pt x="0" y="355600"/>
                </a:moveTo>
                <a:lnTo>
                  <a:pt x="355600" y="0"/>
                </a:lnTo>
                <a:lnTo>
                  <a:pt x="711200" y="355600"/>
                </a:lnTo>
                <a:lnTo>
                  <a:pt x="355600" y="3556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D21485C-E8B3-451F-8CAF-BC4B806B3984}"/>
              </a:ext>
            </a:extLst>
          </p:cNvPr>
          <p:cNvSpPr/>
          <p:nvPr/>
        </p:nvSpPr>
        <p:spPr>
          <a:xfrm rot="5400000">
            <a:off x="317500" y="4228690"/>
            <a:ext cx="457200" cy="228600"/>
          </a:xfrm>
          <a:custGeom>
            <a:avLst/>
            <a:gdLst>
              <a:gd name="connsiteX0" fmla="*/ 0 w 711200"/>
              <a:gd name="connsiteY0" fmla="*/ 355600 h 355600"/>
              <a:gd name="connsiteX1" fmla="*/ 355600 w 711200"/>
              <a:gd name="connsiteY1" fmla="*/ 0 h 355600"/>
              <a:gd name="connsiteX2" fmla="*/ 711200 w 711200"/>
              <a:gd name="connsiteY2" fmla="*/ 355600 h 355600"/>
              <a:gd name="connsiteX3" fmla="*/ 355600 w 7112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200" h="355600">
                <a:moveTo>
                  <a:pt x="0" y="355600"/>
                </a:moveTo>
                <a:lnTo>
                  <a:pt x="355600" y="0"/>
                </a:lnTo>
                <a:lnTo>
                  <a:pt x="711200" y="355600"/>
                </a:lnTo>
                <a:lnTo>
                  <a:pt x="355600" y="3556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10A31E5-CB59-49C6-9853-948F364FEE6E}"/>
              </a:ext>
            </a:extLst>
          </p:cNvPr>
          <p:cNvSpPr/>
          <p:nvPr/>
        </p:nvSpPr>
        <p:spPr>
          <a:xfrm rot="5400000">
            <a:off x="317500" y="4912032"/>
            <a:ext cx="457200" cy="228600"/>
          </a:xfrm>
          <a:custGeom>
            <a:avLst/>
            <a:gdLst>
              <a:gd name="connsiteX0" fmla="*/ 0 w 711200"/>
              <a:gd name="connsiteY0" fmla="*/ 355600 h 355600"/>
              <a:gd name="connsiteX1" fmla="*/ 355600 w 711200"/>
              <a:gd name="connsiteY1" fmla="*/ 0 h 355600"/>
              <a:gd name="connsiteX2" fmla="*/ 711200 w 711200"/>
              <a:gd name="connsiteY2" fmla="*/ 355600 h 355600"/>
              <a:gd name="connsiteX3" fmla="*/ 355600 w 7112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200" h="355600">
                <a:moveTo>
                  <a:pt x="0" y="355600"/>
                </a:moveTo>
                <a:lnTo>
                  <a:pt x="355600" y="0"/>
                </a:lnTo>
                <a:lnTo>
                  <a:pt x="711200" y="355600"/>
                </a:lnTo>
                <a:lnTo>
                  <a:pt x="355600" y="3556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0588CD98-3180-4178-95C8-EAE4948B73C4}"/>
              </a:ext>
            </a:extLst>
          </p:cNvPr>
          <p:cNvSpPr/>
          <p:nvPr/>
        </p:nvSpPr>
        <p:spPr>
          <a:xfrm rot="5400000">
            <a:off x="317500" y="5612022"/>
            <a:ext cx="457200" cy="228600"/>
          </a:xfrm>
          <a:custGeom>
            <a:avLst/>
            <a:gdLst>
              <a:gd name="connsiteX0" fmla="*/ 0 w 711200"/>
              <a:gd name="connsiteY0" fmla="*/ 355600 h 355600"/>
              <a:gd name="connsiteX1" fmla="*/ 355600 w 711200"/>
              <a:gd name="connsiteY1" fmla="*/ 0 h 355600"/>
              <a:gd name="connsiteX2" fmla="*/ 711200 w 711200"/>
              <a:gd name="connsiteY2" fmla="*/ 355600 h 355600"/>
              <a:gd name="connsiteX3" fmla="*/ 355600 w 7112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200" h="355600">
                <a:moveTo>
                  <a:pt x="0" y="355600"/>
                </a:moveTo>
                <a:lnTo>
                  <a:pt x="355600" y="0"/>
                </a:lnTo>
                <a:lnTo>
                  <a:pt x="711200" y="355600"/>
                </a:lnTo>
                <a:lnTo>
                  <a:pt x="355600" y="3556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FF345D-6178-4CA6-9F54-A15B1269537F}"/>
              </a:ext>
            </a:extLst>
          </p:cNvPr>
          <p:cNvSpPr txBox="1"/>
          <p:nvPr/>
        </p:nvSpPr>
        <p:spPr>
          <a:xfrm>
            <a:off x="848077" y="2110408"/>
            <a:ext cx="4805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 a full-service internet security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286A1D-E421-4318-853E-0FECAC8B6CC6}"/>
              </a:ext>
            </a:extLst>
          </p:cNvPr>
          <p:cNvSpPr txBox="1"/>
          <p:nvPr/>
        </p:nvSpPr>
        <p:spPr>
          <a:xfrm>
            <a:off x="887187" y="2778512"/>
            <a:ext cx="5036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 strong passwords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1DF236-F349-41DE-B8AE-272C8410E890}"/>
              </a:ext>
            </a:extLst>
          </p:cNvPr>
          <p:cNvSpPr txBox="1"/>
          <p:nvPr/>
        </p:nvSpPr>
        <p:spPr>
          <a:xfrm>
            <a:off x="868393" y="3474982"/>
            <a:ext cx="631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Keep your software updated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69A59C-51C6-437E-A5B1-A018BEA59FEA}"/>
              </a:ext>
            </a:extLst>
          </p:cNvPr>
          <p:cNvSpPr txBox="1"/>
          <p:nvPr/>
        </p:nvSpPr>
        <p:spPr>
          <a:xfrm>
            <a:off x="826851" y="4101262"/>
            <a:ext cx="5506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Manage your social media setting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DDEA5B-2A60-4F0B-B67A-71FA8B3A309C}"/>
              </a:ext>
            </a:extLst>
          </p:cNvPr>
          <p:cNvSpPr txBox="1"/>
          <p:nvPr/>
        </p:nvSpPr>
        <p:spPr>
          <a:xfrm>
            <a:off x="868393" y="4797732"/>
            <a:ext cx="6086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Strengthen your home network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E5B14F6-5DEC-4028-90DD-1F2FD0881810}"/>
              </a:ext>
            </a:extLst>
          </p:cNvPr>
          <p:cNvSpPr txBox="1"/>
          <p:nvPr/>
        </p:nvSpPr>
        <p:spPr>
          <a:xfrm>
            <a:off x="848077" y="5525008"/>
            <a:ext cx="756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Talk to your children about the internet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37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7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2" grpId="0"/>
      <p:bldP spid="54" grpId="0"/>
      <p:bldP spid="55" grpId="0"/>
      <p:bldP spid="56" grpId="0"/>
      <p:bldP spid="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CDFF9C1E-63AA-4CBC-99D0-D0C9E0A81475}"/>
              </a:ext>
            </a:extLst>
          </p:cNvPr>
          <p:cNvSpPr/>
          <p:nvPr/>
        </p:nvSpPr>
        <p:spPr>
          <a:xfrm>
            <a:off x="4642337" y="205153"/>
            <a:ext cx="3962401" cy="3897923"/>
          </a:xfrm>
          <a:prstGeom prst="wedgeEllipseCallout">
            <a:avLst>
              <a:gd name="adj1" fmla="val -68466"/>
              <a:gd name="adj2" fmla="val 20094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9C235-E903-4C21-B7F7-60603C415343}"/>
              </a:ext>
            </a:extLst>
          </p:cNvPr>
          <p:cNvSpPr txBox="1"/>
          <p:nvPr/>
        </p:nvSpPr>
        <p:spPr>
          <a:xfrm>
            <a:off x="5152290" y="1507782"/>
            <a:ext cx="3288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Any doubts????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56AD1-9F3D-403C-963D-0DAB0C86D4E2}"/>
              </a:ext>
            </a:extLst>
          </p:cNvPr>
          <p:cNvSpPr txBox="1"/>
          <p:nvPr/>
        </p:nvSpPr>
        <p:spPr>
          <a:xfrm>
            <a:off x="5509846" y="2066891"/>
            <a:ext cx="3259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Any questions????</a:t>
            </a:r>
          </a:p>
        </p:txBody>
      </p:sp>
    </p:spTree>
    <p:extLst>
      <p:ext uri="{BB962C8B-B14F-4D97-AF65-F5344CB8AC3E}">
        <p14:creationId xmlns:p14="http://schemas.microsoft.com/office/powerpoint/2010/main" val="376496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CD6174E4-C868-4F2D-BBFB-C68ED64340F6}"/>
              </a:ext>
            </a:extLst>
          </p:cNvPr>
          <p:cNvSpPr/>
          <p:nvPr/>
        </p:nvSpPr>
        <p:spPr>
          <a:xfrm rot="20370427" flipH="1">
            <a:off x="1230922" y="492369"/>
            <a:ext cx="6271847" cy="2731477"/>
          </a:xfrm>
          <a:prstGeom prst="cloudCallou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FE7CD-55CA-4205-9543-F562F0E46A4B}"/>
              </a:ext>
            </a:extLst>
          </p:cNvPr>
          <p:cNvSpPr txBox="1"/>
          <p:nvPr/>
        </p:nvSpPr>
        <p:spPr>
          <a:xfrm rot="20514945">
            <a:off x="2001864" y="1396441"/>
            <a:ext cx="4227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27302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387</TotalTime>
  <Words>118</Words>
  <Application>Microsoft Office PowerPoint</Application>
  <PresentationFormat>Widescreen</PresentationFormat>
  <Paragraphs>49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Algerian</vt:lpstr>
      <vt:lpstr>Arial Black</vt:lpstr>
      <vt:lpstr>Arial Rounded MT Bold</vt:lpstr>
      <vt:lpstr>Bahnschrift</vt:lpstr>
      <vt:lpstr>Berlin Sans FB</vt:lpstr>
      <vt:lpstr>Berlin Sans FB Demi</vt:lpstr>
      <vt:lpstr>Calibri</vt:lpstr>
      <vt:lpstr>Century Gothic</vt:lpstr>
      <vt:lpstr>Cooper Black</vt:lpstr>
      <vt:lpstr>Gadugi</vt:lpstr>
      <vt:lpstr>Hack</vt:lpstr>
      <vt:lpstr>Wingdings 3</vt:lpstr>
      <vt:lpstr>Slice</vt:lpstr>
      <vt:lpstr>Cyber crime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crime</dc:title>
  <dc:creator>Nazmul Hossain</dc:creator>
  <cp:lastModifiedBy>Nazmul Hossain</cp:lastModifiedBy>
  <cp:revision>33</cp:revision>
  <dcterms:created xsi:type="dcterms:W3CDTF">2023-02-04T10:37:40Z</dcterms:created>
  <dcterms:modified xsi:type="dcterms:W3CDTF">2023-02-15T00:49:07Z</dcterms:modified>
</cp:coreProperties>
</file>